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0" r:id="rId1"/>
  </p:sldMasterIdLst>
  <p:notesMasterIdLst>
    <p:notesMasterId r:id="rId27"/>
  </p:notesMasterIdLst>
  <p:sldIdLst>
    <p:sldId id="256" r:id="rId2"/>
    <p:sldId id="307" r:id="rId3"/>
    <p:sldId id="327" r:id="rId4"/>
    <p:sldId id="329" r:id="rId5"/>
    <p:sldId id="308" r:id="rId6"/>
    <p:sldId id="309" r:id="rId7"/>
    <p:sldId id="310" r:id="rId8"/>
    <p:sldId id="311" r:id="rId9"/>
    <p:sldId id="313" r:id="rId10"/>
    <p:sldId id="312" r:id="rId11"/>
    <p:sldId id="314" r:id="rId12"/>
    <p:sldId id="320" r:id="rId13"/>
    <p:sldId id="322" r:id="rId14"/>
    <p:sldId id="315" r:id="rId15"/>
    <p:sldId id="319" r:id="rId16"/>
    <p:sldId id="323" r:id="rId17"/>
    <p:sldId id="324" r:id="rId18"/>
    <p:sldId id="316" r:id="rId19"/>
    <p:sldId id="317" r:id="rId20"/>
    <p:sldId id="318" r:id="rId21"/>
    <p:sldId id="325" r:id="rId22"/>
    <p:sldId id="331" r:id="rId23"/>
    <p:sldId id="326" r:id="rId24"/>
    <p:sldId id="330" r:id="rId25"/>
    <p:sldId id="305" r:id="rId26"/>
  </p:sldIdLst>
  <p:sldSz cx="9144000" cy="5143500" type="screen16x9"/>
  <p:notesSz cx="6858000" cy="9144000"/>
  <p:embeddedFontLst>
    <p:embeddedFont>
      <p:font typeface="Barlow Semi Condensed" panose="00000506000000000000" pitchFamily="2" charset="0"/>
      <p:regular r:id="rId28"/>
      <p:bold r:id="rId29"/>
      <p:italic r:id="rId30"/>
      <p:boldItalic r:id="rId31"/>
    </p:embeddedFont>
    <p:embeddedFont>
      <p:font typeface="Barlow Semi Condensed Medium" panose="00000606000000000000" pitchFamily="2" charset="0"/>
      <p:regular r:id="rId32"/>
      <p:bold r:id="rId33"/>
      <p:italic r:id="rId34"/>
      <p:boldItalic r:id="rId35"/>
    </p:embeddedFont>
    <p:embeddedFont>
      <p:font typeface="Fjalla One" panose="02000506040000020004" pitchFamily="2" charset="0"/>
      <p:regular r:id="rId36"/>
    </p:embeddedFont>
    <p:embeddedFont>
      <p:font typeface="Roboto Condensed Light" panose="02000000000000000000" pitchFamily="2" charset="0"/>
      <p:regular r:id="rId37"/>
      <p: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62E0BD-C020-4B78-A7F8-5D27D9535FDC}" v="62" dt="2025-07-21T20:35:30.821"/>
    <p1510:client id="{4B7D952C-A088-40A0-BF32-2A72BCF10706}" v="140" dt="2025-07-21T02:36:38.375"/>
  </p1510:revLst>
</p1510:revInfo>
</file>

<file path=ppt/tableStyles.xml><?xml version="1.0" encoding="utf-8"?>
<a:tblStyleLst xmlns:a="http://schemas.openxmlformats.org/drawingml/2006/main" def="{72EBC280-E887-4BEA-9255-B94B4262F4E0}">
  <a:tblStyle styleId="{72EBC280-E887-4BEA-9255-B94B4262F4E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55" autoAdjust="0"/>
    <p:restoredTop sz="94660"/>
  </p:normalViewPr>
  <p:slideViewPr>
    <p:cSldViewPr snapToGrid="0">
      <p:cViewPr varScale="1">
        <p:scale>
          <a:sx n="99" d="100"/>
          <a:sy n="99" d="100"/>
        </p:scale>
        <p:origin x="34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DHAM PANSARA" userId="999680b978de5486" providerId="LiveId" clId="{3A62E0BD-C020-4B78-A7F8-5D27D9535FDC}"/>
    <pc:docChg chg="undo custSel addSld delSld modSld sldOrd delMainMaster">
      <pc:chgData name="RIDHAM PANSARA" userId="999680b978de5486" providerId="LiveId" clId="{3A62E0BD-C020-4B78-A7F8-5D27D9535FDC}" dt="2025-07-21T20:37:53.470" v="730" actId="20577"/>
      <pc:docMkLst>
        <pc:docMk/>
      </pc:docMkLst>
      <pc:sldChg chg="del">
        <pc:chgData name="RIDHAM PANSARA" userId="999680b978de5486" providerId="LiveId" clId="{3A62E0BD-C020-4B78-A7F8-5D27D9535FDC}" dt="2025-07-21T11:09:37.399" v="669" actId="47"/>
        <pc:sldMkLst>
          <pc:docMk/>
          <pc:sldMk cId="0" sldId="257"/>
        </pc:sldMkLst>
      </pc:sldChg>
      <pc:sldChg chg="del">
        <pc:chgData name="RIDHAM PANSARA" userId="999680b978de5486" providerId="LiveId" clId="{3A62E0BD-C020-4B78-A7F8-5D27D9535FDC}" dt="2025-07-21T11:09:39.251" v="670" actId="47"/>
        <pc:sldMkLst>
          <pc:docMk/>
          <pc:sldMk cId="0" sldId="258"/>
        </pc:sldMkLst>
      </pc:sldChg>
      <pc:sldChg chg="del">
        <pc:chgData name="RIDHAM PANSARA" userId="999680b978de5486" providerId="LiveId" clId="{3A62E0BD-C020-4B78-A7F8-5D27D9535FDC}" dt="2025-07-21T11:09:40.316" v="671" actId="47"/>
        <pc:sldMkLst>
          <pc:docMk/>
          <pc:sldMk cId="0" sldId="259"/>
        </pc:sldMkLst>
      </pc:sldChg>
      <pc:sldChg chg="del">
        <pc:chgData name="RIDHAM PANSARA" userId="999680b978de5486" providerId="LiveId" clId="{3A62E0BD-C020-4B78-A7F8-5D27D9535FDC}" dt="2025-07-21T11:09:42.011" v="673" actId="47"/>
        <pc:sldMkLst>
          <pc:docMk/>
          <pc:sldMk cId="0" sldId="260"/>
        </pc:sldMkLst>
      </pc:sldChg>
      <pc:sldChg chg="del">
        <pc:chgData name="RIDHAM PANSARA" userId="999680b978de5486" providerId="LiveId" clId="{3A62E0BD-C020-4B78-A7F8-5D27D9535FDC}" dt="2025-07-21T11:09:42.623" v="674" actId="47"/>
        <pc:sldMkLst>
          <pc:docMk/>
          <pc:sldMk cId="0" sldId="261"/>
        </pc:sldMkLst>
      </pc:sldChg>
      <pc:sldChg chg="del">
        <pc:chgData name="RIDHAM PANSARA" userId="999680b978de5486" providerId="LiveId" clId="{3A62E0BD-C020-4B78-A7F8-5D27D9535FDC}" dt="2025-07-21T11:09:43.276" v="675" actId="47"/>
        <pc:sldMkLst>
          <pc:docMk/>
          <pc:sldMk cId="0" sldId="262"/>
        </pc:sldMkLst>
      </pc:sldChg>
      <pc:sldChg chg="del">
        <pc:chgData name="RIDHAM PANSARA" userId="999680b978de5486" providerId="LiveId" clId="{3A62E0BD-C020-4B78-A7F8-5D27D9535FDC}" dt="2025-07-21T11:09:43.840" v="676" actId="47"/>
        <pc:sldMkLst>
          <pc:docMk/>
          <pc:sldMk cId="0" sldId="263"/>
        </pc:sldMkLst>
      </pc:sldChg>
      <pc:sldChg chg="del">
        <pc:chgData name="RIDHAM PANSARA" userId="999680b978de5486" providerId="LiveId" clId="{3A62E0BD-C020-4B78-A7F8-5D27D9535FDC}" dt="2025-07-21T11:09:45.124" v="677" actId="47"/>
        <pc:sldMkLst>
          <pc:docMk/>
          <pc:sldMk cId="0" sldId="264"/>
        </pc:sldMkLst>
      </pc:sldChg>
      <pc:sldChg chg="del">
        <pc:chgData name="RIDHAM PANSARA" userId="999680b978de5486" providerId="LiveId" clId="{3A62E0BD-C020-4B78-A7F8-5D27D9535FDC}" dt="2025-07-21T11:09:45.759" v="678" actId="47"/>
        <pc:sldMkLst>
          <pc:docMk/>
          <pc:sldMk cId="0" sldId="265"/>
        </pc:sldMkLst>
      </pc:sldChg>
      <pc:sldChg chg="del">
        <pc:chgData name="RIDHAM PANSARA" userId="999680b978de5486" providerId="LiveId" clId="{3A62E0BD-C020-4B78-A7F8-5D27D9535FDC}" dt="2025-07-21T11:09:47.927" v="680" actId="47"/>
        <pc:sldMkLst>
          <pc:docMk/>
          <pc:sldMk cId="0" sldId="266"/>
        </pc:sldMkLst>
      </pc:sldChg>
      <pc:sldChg chg="del">
        <pc:chgData name="RIDHAM PANSARA" userId="999680b978de5486" providerId="LiveId" clId="{3A62E0BD-C020-4B78-A7F8-5D27D9535FDC}" dt="2025-07-21T11:09:49.208" v="681" actId="47"/>
        <pc:sldMkLst>
          <pc:docMk/>
          <pc:sldMk cId="0" sldId="267"/>
        </pc:sldMkLst>
      </pc:sldChg>
      <pc:sldChg chg="del">
        <pc:chgData name="RIDHAM PANSARA" userId="999680b978de5486" providerId="LiveId" clId="{3A62E0BD-C020-4B78-A7F8-5D27D9535FDC}" dt="2025-07-21T11:09:49.703" v="682" actId="47"/>
        <pc:sldMkLst>
          <pc:docMk/>
          <pc:sldMk cId="0" sldId="268"/>
        </pc:sldMkLst>
      </pc:sldChg>
      <pc:sldChg chg="del">
        <pc:chgData name="RIDHAM PANSARA" userId="999680b978de5486" providerId="LiveId" clId="{3A62E0BD-C020-4B78-A7F8-5D27D9535FDC}" dt="2025-07-21T11:09:50.359" v="683" actId="47"/>
        <pc:sldMkLst>
          <pc:docMk/>
          <pc:sldMk cId="0" sldId="269"/>
        </pc:sldMkLst>
      </pc:sldChg>
      <pc:sldChg chg="del">
        <pc:chgData name="RIDHAM PANSARA" userId="999680b978de5486" providerId="LiveId" clId="{3A62E0BD-C020-4B78-A7F8-5D27D9535FDC}" dt="2025-07-21T11:09:50.864" v="684" actId="47"/>
        <pc:sldMkLst>
          <pc:docMk/>
          <pc:sldMk cId="0" sldId="270"/>
        </pc:sldMkLst>
      </pc:sldChg>
      <pc:sldChg chg="del">
        <pc:chgData name="RIDHAM PANSARA" userId="999680b978de5486" providerId="LiveId" clId="{3A62E0BD-C020-4B78-A7F8-5D27D9535FDC}" dt="2025-07-21T11:09:51.577" v="685" actId="47"/>
        <pc:sldMkLst>
          <pc:docMk/>
          <pc:sldMk cId="0" sldId="271"/>
        </pc:sldMkLst>
      </pc:sldChg>
      <pc:sldChg chg="del">
        <pc:chgData name="RIDHAM PANSARA" userId="999680b978de5486" providerId="LiveId" clId="{3A62E0BD-C020-4B78-A7F8-5D27D9535FDC}" dt="2025-07-21T11:09:52.085" v="686" actId="47"/>
        <pc:sldMkLst>
          <pc:docMk/>
          <pc:sldMk cId="0" sldId="272"/>
        </pc:sldMkLst>
      </pc:sldChg>
      <pc:sldChg chg="del">
        <pc:chgData name="RIDHAM PANSARA" userId="999680b978de5486" providerId="LiveId" clId="{3A62E0BD-C020-4B78-A7F8-5D27D9535FDC}" dt="2025-07-21T11:09:52.721" v="687" actId="47"/>
        <pc:sldMkLst>
          <pc:docMk/>
          <pc:sldMk cId="0" sldId="273"/>
        </pc:sldMkLst>
      </pc:sldChg>
      <pc:sldChg chg="del">
        <pc:chgData name="RIDHAM PANSARA" userId="999680b978de5486" providerId="LiveId" clId="{3A62E0BD-C020-4B78-A7F8-5D27D9535FDC}" dt="2025-07-21T11:09:53.279" v="688" actId="47"/>
        <pc:sldMkLst>
          <pc:docMk/>
          <pc:sldMk cId="0" sldId="274"/>
        </pc:sldMkLst>
      </pc:sldChg>
      <pc:sldChg chg="del">
        <pc:chgData name="RIDHAM PANSARA" userId="999680b978de5486" providerId="LiveId" clId="{3A62E0BD-C020-4B78-A7F8-5D27D9535FDC}" dt="2025-07-21T11:09:53.881" v="689" actId="47"/>
        <pc:sldMkLst>
          <pc:docMk/>
          <pc:sldMk cId="0" sldId="275"/>
        </pc:sldMkLst>
      </pc:sldChg>
      <pc:sldChg chg="del">
        <pc:chgData name="RIDHAM PANSARA" userId="999680b978de5486" providerId="LiveId" clId="{3A62E0BD-C020-4B78-A7F8-5D27D9535FDC}" dt="2025-07-21T11:09:54.474" v="690" actId="47"/>
        <pc:sldMkLst>
          <pc:docMk/>
          <pc:sldMk cId="0" sldId="276"/>
        </pc:sldMkLst>
      </pc:sldChg>
      <pc:sldChg chg="del">
        <pc:chgData name="RIDHAM PANSARA" userId="999680b978de5486" providerId="LiveId" clId="{3A62E0BD-C020-4B78-A7F8-5D27D9535FDC}" dt="2025-07-21T11:09:55.175" v="691" actId="47"/>
        <pc:sldMkLst>
          <pc:docMk/>
          <pc:sldMk cId="0" sldId="277"/>
        </pc:sldMkLst>
      </pc:sldChg>
      <pc:sldChg chg="del">
        <pc:chgData name="RIDHAM PANSARA" userId="999680b978de5486" providerId="LiveId" clId="{3A62E0BD-C020-4B78-A7F8-5D27D9535FDC}" dt="2025-07-21T11:09:55.675" v="692" actId="47"/>
        <pc:sldMkLst>
          <pc:docMk/>
          <pc:sldMk cId="0" sldId="278"/>
        </pc:sldMkLst>
      </pc:sldChg>
      <pc:sldChg chg="del">
        <pc:chgData name="RIDHAM PANSARA" userId="999680b978de5486" providerId="LiveId" clId="{3A62E0BD-C020-4B78-A7F8-5D27D9535FDC}" dt="2025-07-21T11:09:56.791" v="693" actId="47"/>
        <pc:sldMkLst>
          <pc:docMk/>
          <pc:sldMk cId="0" sldId="279"/>
        </pc:sldMkLst>
      </pc:sldChg>
      <pc:sldChg chg="del">
        <pc:chgData name="RIDHAM PANSARA" userId="999680b978de5486" providerId="LiveId" clId="{3A62E0BD-C020-4B78-A7F8-5D27D9535FDC}" dt="2025-07-21T11:09:57.419" v="694" actId="47"/>
        <pc:sldMkLst>
          <pc:docMk/>
          <pc:sldMk cId="0" sldId="280"/>
        </pc:sldMkLst>
      </pc:sldChg>
      <pc:sldChg chg="del">
        <pc:chgData name="RIDHAM PANSARA" userId="999680b978de5486" providerId="LiveId" clId="{3A62E0BD-C020-4B78-A7F8-5D27D9535FDC}" dt="2025-07-21T11:09:57.985" v="695" actId="47"/>
        <pc:sldMkLst>
          <pc:docMk/>
          <pc:sldMk cId="0" sldId="281"/>
        </pc:sldMkLst>
      </pc:sldChg>
      <pc:sldChg chg="del">
        <pc:chgData name="RIDHAM PANSARA" userId="999680b978de5486" providerId="LiveId" clId="{3A62E0BD-C020-4B78-A7F8-5D27D9535FDC}" dt="2025-07-21T11:09:59.375" v="696" actId="47"/>
        <pc:sldMkLst>
          <pc:docMk/>
          <pc:sldMk cId="0" sldId="282"/>
        </pc:sldMkLst>
      </pc:sldChg>
      <pc:sldChg chg="del">
        <pc:chgData name="RIDHAM PANSARA" userId="999680b978de5486" providerId="LiveId" clId="{3A62E0BD-C020-4B78-A7F8-5D27D9535FDC}" dt="2025-07-21T11:09:59.990" v="697" actId="47"/>
        <pc:sldMkLst>
          <pc:docMk/>
          <pc:sldMk cId="0" sldId="283"/>
        </pc:sldMkLst>
      </pc:sldChg>
      <pc:sldChg chg="del">
        <pc:chgData name="RIDHAM PANSARA" userId="999680b978de5486" providerId="LiveId" clId="{3A62E0BD-C020-4B78-A7F8-5D27D9535FDC}" dt="2025-07-21T11:10:00.608" v="698" actId="47"/>
        <pc:sldMkLst>
          <pc:docMk/>
          <pc:sldMk cId="0" sldId="284"/>
        </pc:sldMkLst>
      </pc:sldChg>
      <pc:sldChg chg="del">
        <pc:chgData name="RIDHAM PANSARA" userId="999680b978de5486" providerId="LiveId" clId="{3A62E0BD-C020-4B78-A7F8-5D27D9535FDC}" dt="2025-07-21T11:10:01.545" v="699" actId="47"/>
        <pc:sldMkLst>
          <pc:docMk/>
          <pc:sldMk cId="0" sldId="285"/>
        </pc:sldMkLst>
      </pc:sldChg>
      <pc:sldChg chg="del">
        <pc:chgData name="RIDHAM PANSARA" userId="999680b978de5486" providerId="LiveId" clId="{3A62E0BD-C020-4B78-A7F8-5D27D9535FDC}" dt="2025-07-21T11:10:02.069" v="700" actId="47"/>
        <pc:sldMkLst>
          <pc:docMk/>
          <pc:sldMk cId="0" sldId="286"/>
        </pc:sldMkLst>
      </pc:sldChg>
      <pc:sldChg chg="del">
        <pc:chgData name="RIDHAM PANSARA" userId="999680b978de5486" providerId="LiveId" clId="{3A62E0BD-C020-4B78-A7F8-5D27D9535FDC}" dt="2025-07-21T11:10:02.745" v="701" actId="47"/>
        <pc:sldMkLst>
          <pc:docMk/>
          <pc:sldMk cId="0" sldId="287"/>
        </pc:sldMkLst>
      </pc:sldChg>
      <pc:sldChg chg="del">
        <pc:chgData name="RIDHAM PANSARA" userId="999680b978de5486" providerId="LiveId" clId="{3A62E0BD-C020-4B78-A7F8-5D27D9535FDC}" dt="2025-07-21T11:10:03.669" v="702" actId="47"/>
        <pc:sldMkLst>
          <pc:docMk/>
          <pc:sldMk cId="0" sldId="288"/>
        </pc:sldMkLst>
      </pc:sldChg>
      <pc:sldChg chg="del">
        <pc:chgData name="RIDHAM PANSARA" userId="999680b978de5486" providerId="LiveId" clId="{3A62E0BD-C020-4B78-A7F8-5D27D9535FDC}" dt="2025-07-21T11:10:04.351" v="703" actId="47"/>
        <pc:sldMkLst>
          <pc:docMk/>
          <pc:sldMk cId="0" sldId="289"/>
        </pc:sldMkLst>
      </pc:sldChg>
      <pc:sldChg chg="del">
        <pc:chgData name="RIDHAM PANSARA" userId="999680b978de5486" providerId="LiveId" clId="{3A62E0BD-C020-4B78-A7F8-5D27D9535FDC}" dt="2025-07-21T11:10:05.433" v="704" actId="47"/>
        <pc:sldMkLst>
          <pc:docMk/>
          <pc:sldMk cId="0" sldId="290"/>
        </pc:sldMkLst>
      </pc:sldChg>
      <pc:sldChg chg="del">
        <pc:chgData name="RIDHAM PANSARA" userId="999680b978de5486" providerId="LiveId" clId="{3A62E0BD-C020-4B78-A7F8-5D27D9535FDC}" dt="2025-07-21T11:10:06.244" v="705" actId="47"/>
        <pc:sldMkLst>
          <pc:docMk/>
          <pc:sldMk cId="0" sldId="291"/>
        </pc:sldMkLst>
      </pc:sldChg>
      <pc:sldChg chg="del">
        <pc:chgData name="RIDHAM PANSARA" userId="999680b978de5486" providerId="LiveId" clId="{3A62E0BD-C020-4B78-A7F8-5D27D9535FDC}" dt="2025-07-21T11:10:06.791" v="706" actId="47"/>
        <pc:sldMkLst>
          <pc:docMk/>
          <pc:sldMk cId="0" sldId="292"/>
        </pc:sldMkLst>
      </pc:sldChg>
      <pc:sldChg chg="del">
        <pc:chgData name="RIDHAM PANSARA" userId="999680b978de5486" providerId="LiveId" clId="{3A62E0BD-C020-4B78-A7F8-5D27D9535FDC}" dt="2025-07-21T11:10:07.563" v="707" actId="47"/>
        <pc:sldMkLst>
          <pc:docMk/>
          <pc:sldMk cId="0" sldId="293"/>
        </pc:sldMkLst>
      </pc:sldChg>
      <pc:sldChg chg="del">
        <pc:chgData name="RIDHAM PANSARA" userId="999680b978de5486" providerId="LiveId" clId="{3A62E0BD-C020-4B78-A7F8-5D27D9535FDC}" dt="2025-07-21T11:10:08.625" v="708" actId="47"/>
        <pc:sldMkLst>
          <pc:docMk/>
          <pc:sldMk cId="0" sldId="294"/>
        </pc:sldMkLst>
      </pc:sldChg>
      <pc:sldChg chg="del">
        <pc:chgData name="RIDHAM PANSARA" userId="999680b978de5486" providerId="LiveId" clId="{3A62E0BD-C020-4B78-A7F8-5D27D9535FDC}" dt="2025-07-21T11:10:09.271" v="709" actId="47"/>
        <pc:sldMkLst>
          <pc:docMk/>
          <pc:sldMk cId="0" sldId="295"/>
        </pc:sldMkLst>
      </pc:sldChg>
      <pc:sldChg chg="del">
        <pc:chgData name="RIDHAM PANSARA" userId="999680b978de5486" providerId="LiveId" clId="{3A62E0BD-C020-4B78-A7F8-5D27D9535FDC}" dt="2025-07-21T11:10:09.854" v="710" actId="47"/>
        <pc:sldMkLst>
          <pc:docMk/>
          <pc:sldMk cId="0" sldId="296"/>
        </pc:sldMkLst>
      </pc:sldChg>
      <pc:sldChg chg="del">
        <pc:chgData name="RIDHAM PANSARA" userId="999680b978de5486" providerId="LiveId" clId="{3A62E0BD-C020-4B78-A7F8-5D27D9535FDC}" dt="2025-07-21T11:10:10.371" v="711" actId="47"/>
        <pc:sldMkLst>
          <pc:docMk/>
          <pc:sldMk cId="0" sldId="297"/>
        </pc:sldMkLst>
      </pc:sldChg>
      <pc:sldChg chg="del">
        <pc:chgData name="RIDHAM PANSARA" userId="999680b978de5486" providerId="LiveId" clId="{3A62E0BD-C020-4B78-A7F8-5D27D9535FDC}" dt="2025-07-21T11:10:10.935" v="712" actId="47"/>
        <pc:sldMkLst>
          <pc:docMk/>
          <pc:sldMk cId="0" sldId="298"/>
        </pc:sldMkLst>
      </pc:sldChg>
      <pc:sldChg chg="del">
        <pc:chgData name="RIDHAM PANSARA" userId="999680b978de5486" providerId="LiveId" clId="{3A62E0BD-C020-4B78-A7F8-5D27D9535FDC}" dt="2025-07-21T11:10:11.926" v="713" actId="47"/>
        <pc:sldMkLst>
          <pc:docMk/>
          <pc:sldMk cId="0" sldId="299"/>
        </pc:sldMkLst>
      </pc:sldChg>
      <pc:sldChg chg="del">
        <pc:chgData name="RIDHAM PANSARA" userId="999680b978de5486" providerId="LiveId" clId="{3A62E0BD-C020-4B78-A7F8-5D27D9535FDC}" dt="2025-07-21T11:10:12.565" v="714" actId="47"/>
        <pc:sldMkLst>
          <pc:docMk/>
          <pc:sldMk cId="0" sldId="300"/>
        </pc:sldMkLst>
      </pc:sldChg>
      <pc:sldChg chg="del">
        <pc:chgData name="RIDHAM PANSARA" userId="999680b978de5486" providerId="LiveId" clId="{3A62E0BD-C020-4B78-A7F8-5D27D9535FDC}" dt="2025-07-21T11:10:13.563" v="715" actId="47"/>
        <pc:sldMkLst>
          <pc:docMk/>
          <pc:sldMk cId="0" sldId="301"/>
        </pc:sldMkLst>
      </pc:sldChg>
      <pc:sldChg chg="del">
        <pc:chgData name="RIDHAM PANSARA" userId="999680b978de5486" providerId="LiveId" clId="{3A62E0BD-C020-4B78-A7F8-5D27D9535FDC}" dt="2025-07-21T11:10:14.410" v="716" actId="47"/>
        <pc:sldMkLst>
          <pc:docMk/>
          <pc:sldMk cId="0" sldId="302"/>
        </pc:sldMkLst>
      </pc:sldChg>
      <pc:sldChg chg="del">
        <pc:chgData name="RIDHAM PANSARA" userId="999680b978de5486" providerId="LiveId" clId="{3A62E0BD-C020-4B78-A7F8-5D27D9535FDC}" dt="2025-07-21T11:10:15.722" v="717" actId="47"/>
        <pc:sldMkLst>
          <pc:docMk/>
          <pc:sldMk cId="0" sldId="303"/>
        </pc:sldMkLst>
      </pc:sldChg>
      <pc:sldChg chg="del">
        <pc:chgData name="RIDHAM PANSARA" userId="999680b978de5486" providerId="LiveId" clId="{3A62E0BD-C020-4B78-A7F8-5D27D9535FDC}" dt="2025-07-21T11:09:47.053" v="679" actId="47"/>
        <pc:sldMkLst>
          <pc:docMk/>
          <pc:sldMk cId="3882822481" sldId="304"/>
        </pc:sldMkLst>
      </pc:sldChg>
      <pc:sldChg chg="addSp delSp modSp mod">
        <pc:chgData name="RIDHAM PANSARA" userId="999680b978de5486" providerId="LiveId" clId="{3A62E0BD-C020-4B78-A7F8-5D27D9535FDC}" dt="2025-07-21T11:09:23.573" v="668" actId="1076"/>
        <pc:sldMkLst>
          <pc:docMk/>
          <pc:sldMk cId="1776810493" sldId="305"/>
        </pc:sldMkLst>
        <pc:spChg chg="mod">
          <ac:chgData name="RIDHAM PANSARA" userId="999680b978de5486" providerId="LiveId" clId="{3A62E0BD-C020-4B78-A7F8-5D27D9535FDC}" dt="2025-07-21T11:09:23.573" v="668" actId="1076"/>
          <ac:spMkLst>
            <pc:docMk/>
            <pc:sldMk cId="1776810493" sldId="305"/>
            <ac:spMk id="2" creationId="{778D7D3B-FEB0-935C-DD30-DF9B695439EB}"/>
          </ac:spMkLst>
        </pc:spChg>
        <pc:spChg chg="del">
          <ac:chgData name="RIDHAM PANSARA" userId="999680b978de5486" providerId="LiveId" clId="{3A62E0BD-C020-4B78-A7F8-5D27D9535FDC}" dt="2025-07-21T11:08:39.093" v="641" actId="478"/>
          <ac:spMkLst>
            <pc:docMk/>
            <pc:sldMk cId="1776810493" sldId="305"/>
            <ac:spMk id="3" creationId="{14081EB3-FAB9-8697-238A-BF19BE8E96DB}"/>
          </ac:spMkLst>
        </pc:spChg>
        <pc:spChg chg="add del mod">
          <ac:chgData name="RIDHAM PANSARA" userId="999680b978de5486" providerId="LiveId" clId="{3A62E0BD-C020-4B78-A7F8-5D27D9535FDC}" dt="2025-07-21T11:08:41.862" v="642" actId="478"/>
          <ac:spMkLst>
            <pc:docMk/>
            <pc:sldMk cId="1776810493" sldId="305"/>
            <ac:spMk id="5" creationId="{CDB0CB55-0576-5A59-BFEF-9AF7882FE82F}"/>
          </ac:spMkLst>
        </pc:spChg>
      </pc:sldChg>
      <pc:sldChg chg="del">
        <pc:chgData name="RIDHAM PANSARA" userId="999680b978de5486" providerId="LiveId" clId="{3A62E0BD-C020-4B78-A7F8-5D27D9535FDC}" dt="2025-07-21T11:09:41.279" v="672" actId="47"/>
        <pc:sldMkLst>
          <pc:docMk/>
          <pc:sldMk cId="4246129066" sldId="306"/>
        </pc:sldMkLst>
      </pc:sldChg>
      <pc:sldChg chg="ord">
        <pc:chgData name="RIDHAM PANSARA" userId="999680b978de5486" providerId="LiveId" clId="{3A62E0BD-C020-4B78-A7F8-5D27D9535FDC}" dt="2025-07-21T09:35:22.277" v="268"/>
        <pc:sldMkLst>
          <pc:docMk/>
          <pc:sldMk cId="1516272077" sldId="315"/>
        </pc:sldMkLst>
      </pc:sldChg>
      <pc:sldChg chg="modSp mod ord">
        <pc:chgData name="RIDHAM PANSARA" userId="999680b978de5486" providerId="LiveId" clId="{3A62E0BD-C020-4B78-A7F8-5D27D9535FDC}" dt="2025-07-21T20:37:53.470" v="730" actId="20577"/>
        <pc:sldMkLst>
          <pc:docMk/>
          <pc:sldMk cId="2114175353" sldId="319"/>
        </pc:sldMkLst>
        <pc:graphicFrameChg chg="modGraphic">
          <ac:chgData name="RIDHAM PANSARA" userId="999680b978de5486" providerId="LiveId" clId="{3A62E0BD-C020-4B78-A7F8-5D27D9535FDC}" dt="2025-07-21T20:37:53.470" v="730" actId="20577"/>
          <ac:graphicFrameMkLst>
            <pc:docMk/>
            <pc:sldMk cId="2114175353" sldId="319"/>
            <ac:graphicFrameMk id="2" creationId="{329B1FD8-7275-A807-D24D-0714C94B2E52}"/>
          </ac:graphicFrameMkLst>
        </pc:graphicFrameChg>
      </pc:sldChg>
      <pc:sldChg chg="addSp delSp modSp add mod ord">
        <pc:chgData name="RIDHAM PANSARA" userId="999680b978de5486" providerId="LiveId" clId="{3A62E0BD-C020-4B78-A7F8-5D27D9535FDC}" dt="2025-07-21T06:38:06.327" v="71"/>
        <pc:sldMkLst>
          <pc:docMk/>
          <pc:sldMk cId="1063988205" sldId="320"/>
        </pc:sldMkLst>
        <pc:spChg chg="add del mod">
          <ac:chgData name="RIDHAM PANSARA" userId="999680b978de5486" providerId="LiveId" clId="{3A62E0BD-C020-4B78-A7F8-5D27D9535FDC}" dt="2025-07-21T06:21:24.109" v="3" actId="478"/>
          <ac:spMkLst>
            <pc:docMk/>
            <pc:sldMk cId="1063988205" sldId="320"/>
            <ac:spMk id="2" creationId="{55FE72A4-8F13-2799-F4B7-070FD266CC67}"/>
          </ac:spMkLst>
        </pc:spChg>
        <pc:spChg chg="add del mod">
          <ac:chgData name="RIDHAM PANSARA" userId="999680b978de5486" providerId="LiveId" clId="{3A62E0BD-C020-4B78-A7F8-5D27D9535FDC}" dt="2025-07-21T06:21:27.860" v="4" actId="478"/>
          <ac:spMkLst>
            <pc:docMk/>
            <pc:sldMk cId="1063988205" sldId="320"/>
            <ac:spMk id="4" creationId="{531A5605-18F8-CC32-8BCC-90554C7F058F}"/>
          </ac:spMkLst>
        </pc:spChg>
        <pc:spChg chg="add mod">
          <ac:chgData name="RIDHAM PANSARA" userId="999680b978de5486" providerId="LiveId" clId="{3A62E0BD-C020-4B78-A7F8-5D27D9535FDC}" dt="2025-07-21T06:24:45.343" v="16" actId="1076"/>
          <ac:spMkLst>
            <pc:docMk/>
            <pc:sldMk cId="1063988205" sldId="320"/>
            <ac:spMk id="5" creationId="{65280869-9023-2236-C939-BF0F50FE3E8C}"/>
          </ac:spMkLst>
        </pc:spChg>
        <pc:spChg chg="add mod">
          <ac:chgData name="RIDHAM PANSARA" userId="999680b978de5486" providerId="LiveId" clId="{3A62E0BD-C020-4B78-A7F8-5D27D9535FDC}" dt="2025-07-21T06:28:09.976" v="28" actId="1076"/>
          <ac:spMkLst>
            <pc:docMk/>
            <pc:sldMk cId="1063988205" sldId="320"/>
            <ac:spMk id="6" creationId="{08CEBB0E-7406-8837-959D-02FF983CCE9F}"/>
          </ac:spMkLst>
        </pc:spChg>
        <pc:spChg chg="add mod">
          <ac:chgData name="RIDHAM PANSARA" userId="999680b978de5486" providerId="LiveId" clId="{3A62E0BD-C020-4B78-A7F8-5D27D9535FDC}" dt="2025-07-21T06:31:48.340" v="46" actId="1076"/>
          <ac:spMkLst>
            <pc:docMk/>
            <pc:sldMk cId="1063988205" sldId="320"/>
            <ac:spMk id="7" creationId="{00F9643E-81AA-4F56-68E6-633439463940}"/>
          </ac:spMkLst>
        </pc:spChg>
      </pc:sldChg>
      <pc:sldChg chg="add del">
        <pc:chgData name="RIDHAM PANSARA" userId="999680b978de5486" providerId="LiveId" clId="{3A62E0BD-C020-4B78-A7F8-5D27D9535FDC}" dt="2025-07-21T06:32:06.077" v="48" actId="47"/>
        <pc:sldMkLst>
          <pc:docMk/>
          <pc:sldMk cId="312276316" sldId="321"/>
        </pc:sldMkLst>
      </pc:sldChg>
      <pc:sldChg chg="modSp add mod ord">
        <pc:chgData name="RIDHAM PANSARA" userId="999680b978de5486" providerId="LiveId" clId="{3A62E0BD-C020-4B78-A7F8-5D27D9535FDC}" dt="2025-07-21T06:38:19.011" v="73"/>
        <pc:sldMkLst>
          <pc:docMk/>
          <pc:sldMk cId="2072359518" sldId="322"/>
        </pc:sldMkLst>
        <pc:spChg chg="mod">
          <ac:chgData name="RIDHAM PANSARA" userId="999680b978de5486" providerId="LiveId" clId="{3A62E0BD-C020-4B78-A7F8-5D27D9535FDC}" dt="2025-07-21T06:33:12.988" v="58" actId="113"/>
          <ac:spMkLst>
            <pc:docMk/>
            <pc:sldMk cId="2072359518" sldId="322"/>
            <ac:spMk id="6" creationId="{CE2F7EF2-9EAB-F459-E7E4-58EE69DE1BFB}"/>
          </ac:spMkLst>
        </pc:spChg>
        <pc:spChg chg="mod">
          <ac:chgData name="RIDHAM PANSARA" userId="999680b978de5486" providerId="LiveId" clId="{3A62E0BD-C020-4B78-A7F8-5D27D9535FDC}" dt="2025-07-21T06:34:28.328" v="68" actId="113"/>
          <ac:spMkLst>
            <pc:docMk/>
            <pc:sldMk cId="2072359518" sldId="322"/>
            <ac:spMk id="7" creationId="{FFE9567A-A92B-F155-08BE-C543B4E7F6C9}"/>
          </ac:spMkLst>
        </pc:spChg>
      </pc:sldChg>
      <pc:sldChg chg="addSp delSp modSp add mod ord modNotes">
        <pc:chgData name="RIDHAM PANSARA" userId="999680b978de5486" providerId="LiveId" clId="{3A62E0BD-C020-4B78-A7F8-5D27D9535FDC}" dt="2025-07-21T06:53:41.954" v="99" actId="1076"/>
        <pc:sldMkLst>
          <pc:docMk/>
          <pc:sldMk cId="4242769010" sldId="323"/>
        </pc:sldMkLst>
        <pc:spChg chg="add del mod">
          <ac:chgData name="RIDHAM PANSARA" userId="999680b978de5486" providerId="LiveId" clId="{3A62E0BD-C020-4B78-A7F8-5D27D9535FDC}" dt="2025-07-21T06:39:44.522" v="91" actId="478"/>
          <ac:spMkLst>
            <pc:docMk/>
            <pc:sldMk cId="4242769010" sldId="323"/>
            <ac:spMk id="3" creationId="{89B37081-9D5D-4DE0-607E-9281EA494FBA}"/>
          </ac:spMkLst>
        </pc:spChg>
        <pc:spChg chg="del">
          <ac:chgData name="RIDHAM PANSARA" userId="999680b978de5486" providerId="LiveId" clId="{3A62E0BD-C020-4B78-A7F8-5D27D9535FDC}" dt="2025-07-21T06:39:41.338" v="90" actId="478"/>
          <ac:spMkLst>
            <pc:docMk/>
            <pc:sldMk cId="4242769010" sldId="323"/>
            <ac:spMk id="3514" creationId="{1F635820-9D24-4D3F-460D-B733DB351B25}"/>
          </ac:spMkLst>
        </pc:spChg>
        <pc:spChg chg="mod">
          <ac:chgData name="RIDHAM PANSARA" userId="999680b978de5486" providerId="LiveId" clId="{3A62E0BD-C020-4B78-A7F8-5D27D9535FDC}" dt="2025-07-21T06:39:27.850" v="87" actId="20577"/>
          <ac:spMkLst>
            <pc:docMk/>
            <pc:sldMk cId="4242769010" sldId="323"/>
            <ac:spMk id="3515" creationId="{3188832B-271D-ED9E-EAC1-9B15BA3702E8}"/>
          </ac:spMkLst>
        </pc:spChg>
        <pc:grpChg chg="del">
          <ac:chgData name="RIDHAM PANSARA" userId="999680b978de5486" providerId="LiveId" clId="{3A62E0BD-C020-4B78-A7F8-5D27D9535FDC}" dt="2025-07-21T06:39:32.763" v="88" actId="478"/>
          <ac:grpSpMkLst>
            <pc:docMk/>
            <pc:sldMk cId="4242769010" sldId="323"/>
            <ac:grpSpMk id="3516" creationId="{6C30B7E6-D19E-3108-0E2D-292F9D13AAFE}"/>
          </ac:grpSpMkLst>
        </pc:grpChg>
        <pc:picChg chg="add mod">
          <ac:chgData name="RIDHAM PANSARA" userId="999680b978de5486" providerId="LiveId" clId="{3A62E0BD-C020-4B78-A7F8-5D27D9535FDC}" dt="2025-07-21T06:53:41.954" v="99" actId="1076"/>
          <ac:picMkLst>
            <pc:docMk/>
            <pc:sldMk cId="4242769010" sldId="323"/>
            <ac:picMk id="5" creationId="{07BF5C42-C952-CDC2-E763-5BEAB3F9C388}"/>
          </ac:picMkLst>
        </pc:picChg>
        <pc:picChg chg="add mod">
          <ac:chgData name="RIDHAM PANSARA" userId="999680b978de5486" providerId="LiveId" clId="{3A62E0BD-C020-4B78-A7F8-5D27D9535FDC}" dt="2025-07-21T06:53:36.262" v="98" actId="1076"/>
          <ac:picMkLst>
            <pc:docMk/>
            <pc:sldMk cId="4242769010" sldId="323"/>
            <ac:picMk id="7" creationId="{BC9FF3EC-F43C-9EC7-279A-84576B773540}"/>
          </ac:picMkLst>
        </pc:picChg>
        <pc:picChg chg="del">
          <ac:chgData name="RIDHAM PANSARA" userId="999680b978de5486" providerId="LiveId" clId="{3A62E0BD-C020-4B78-A7F8-5D27D9535FDC}" dt="2025-07-21T06:39:36.747" v="89" actId="478"/>
          <ac:picMkLst>
            <pc:docMk/>
            <pc:sldMk cId="4242769010" sldId="323"/>
            <ac:picMk id="3513" creationId="{10822976-04F2-25F5-2A3A-FD33BFE99C82}"/>
          </ac:picMkLst>
        </pc:picChg>
      </pc:sldChg>
      <pc:sldChg chg="addSp delSp modSp add mod">
        <pc:chgData name="RIDHAM PANSARA" userId="999680b978de5486" providerId="LiveId" clId="{3A62E0BD-C020-4B78-A7F8-5D27D9535FDC}" dt="2025-07-21T06:56:05.915" v="119" actId="1076"/>
        <pc:sldMkLst>
          <pc:docMk/>
          <pc:sldMk cId="2987366481" sldId="324"/>
        </pc:sldMkLst>
        <pc:picChg chg="add mod">
          <ac:chgData name="RIDHAM PANSARA" userId="999680b978de5486" providerId="LiveId" clId="{3A62E0BD-C020-4B78-A7F8-5D27D9535FDC}" dt="2025-07-21T06:56:02.147" v="118" actId="1076"/>
          <ac:picMkLst>
            <pc:docMk/>
            <pc:sldMk cId="2987366481" sldId="324"/>
            <ac:picMk id="3" creationId="{F8525152-36FA-BE6B-919B-011CF09EEEA5}"/>
          </ac:picMkLst>
        </pc:picChg>
        <pc:picChg chg="del">
          <ac:chgData name="RIDHAM PANSARA" userId="999680b978de5486" providerId="LiveId" clId="{3A62E0BD-C020-4B78-A7F8-5D27D9535FDC}" dt="2025-07-21T06:53:59.127" v="101" actId="478"/>
          <ac:picMkLst>
            <pc:docMk/>
            <pc:sldMk cId="2987366481" sldId="324"/>
            <ac:picMk id="5" creationId="{C8B4708B-30DE-0812-0FA3-828C47507C10}"/>
          </ac:picMkLst>
        </pc:picChg>
        <pc:picChg chg="add mod">
          <ac:chgData name="RIDHAM PANSARA" userId="999680b978de5486" providerId="LiveId" clId="{3A62E0BD-C020-4B78-A7F8-5D27D9535FDC}" dt="2025-07-21T06:56:05.915" v="119" actId="1076"/>
          <ac:picMkLst>
            <pc:docMk/>
            <pc:sldMk cId="2987366481" sldId="324"/>
            <ac:picMk id="6" creationId="{C2A317AA-8233-0ADC-A324-154AE10C766D}"/>
          </ac:picMkLst>
        </pc:picChg>
        <pc:picChg chg="del">
          <ac:chgData name="RIDHAM PANSARA" userId="999680b978de5486" providerId="LiveId" clId="{3A62E0BD-C020-4B78-A7F8-5D27D9535FDC}" dt="2025-07-21T06:54:01.229" v="102" actId="478"/>
          <ac:picMkLst>
            <pc:docMk/>
            <pc:sldMk cId="2987366481" sldId="324"/>
            <ac:picMk id="7" creationId="{CF90306B-E875-22F3-9A30-433925E207C5}"/>
          </ac:picMkLst>
        </pc:picChg>
        <pc:picChg chg="add mod">
          <ac:chgData name="RIDHAM PANSARA" userId="999680b978de5486" providerId="LiveId" clId="{3A62E0BD-C020-4B78-A7F8-5D27D9535FDC}" dt="2025-07-21T06:55:46.771" v="116" actId="1076"/>
          <ac:picMkLst>
            <pc:docMk/>
            <pc:sldMk cId="2987366481" sldId="324"/>
            <ac:picMk id="9" creationId="{4201531B-EFED-FE5D-61EF-6D7BB7799C81}"/>
          </ac:picMkLst>
        </pc:picChg>
      </pc:sldChg>
      <pc:sldChg chg="addSp delSp modSp add mod">
        <pc:chgData name="RIDHAM PANSARA" userId="999680b978de5486" providerId="LiveId" clId="{3A62E0BD-C020-4B78-A7F8-5D27D9535FDC}" dt="2025-07-21T07:15:18.166" v="176" actId="403"/>
        <pc:sldMkLst>
          <pc:docMk/>
          <pc:sldMk cId="966657658" sldId="325"/>
        </pc:sldMkLst>
        <pc:spChg chg="add mod">
          <ac:chgData name="RIDHAM PANSARA" userId="999680b978de5486" providerId="LiveId" clId="{3A62E0BD-C020-4B78-A7F8-5D27D9535FDC}" dt="2025-07-21T07:15:18.166" v="176" actId="403"/>
          <ac:spMkLst>
            <pc:docMk/>
            <pc:sldMk cId="966657658" sldId="325"/>
            <ac:spMk id="2" creationId="{ABD546DD-237E-3F9D-44BC-2975E44EAA30}"/>
          </ac:spMkLst>
        </pc:spChg>
        <pc:spChg chg="add mod">
          <ac:chgData name="RIDHAM PANSARA" userId="999680b978de5486" providerId="LiveId" clId="{3A62E0BD-C020-4B78-A7F8-5D27D9535FDC}" dt="2025-07-21T07:12:19.815" v="141" actId="571"/>
          <ac:spMkLst>
            <pc:docMk/>
            <pc:sldMk cId="966657658" sldId="325"/>
            <ac:spMk id="3" creationId="{1E812DCF-0CED-43CA-34D5-BD88EE568584}"/>
          </ac:spMkLst>
        </pc:spChg>
        <pc:spChg chg="add mod">
          <ac:chgData name="RIDHAM PANSARA" userId="999680b978de5486" providerId="LiveId" clId="{3A62E0BD-C020-4B78-A7F8-5D27D9535FDC}" dt="2025-07-21T07:12:26.992" v="143" actId="571"/>
          <ac:spMkLst>
            <pc:docMk/>
            <pc:sldMk cId="966657658" sldId="325"/>
            <ac:spMk id="4" creationId="{A6C7CA04-BA39-2916-86F3-5768E0E51199}"/>
          </ac:spMkLst>
        </pc:spChg>
        <pc:spChg chg="mod">
          <ac:chgData name="RIDHAM PANSARA" userId="999680b978de5486" providerId="LiveId" clId="{3A62E0BD-C020-4B78-A7F8-5D27D9535FDC}" dt="2025-07-21T07:09:52.849" v="132" actId="207"/>
          <ac:spMkLst>
            <pc:docMk/>
            <pc:sldMk cId="966657658" sldId="325"/>
            <ac:spMk id="2241" creationId="{E0AA6368-2D01-B886-3729-5E2871846FB6}"/>
          </ac:spMkLst>
        </pc:spChg>
        <pc:grpChg chg="del">
          <ac:chgData name="RIDHAM PANSARA" userId="999680b978de5486" providerId="LiveId" clId="{3A62E0BD-C020-4B78-A7F8-5D27D9535FDC}" dt="2025-07-21T07:09:32.179" v="127" actId="478"/>
          <ac:grpSpMkLst>
            <pc:docMk/>
            <pc:sldMk cId="966657658" sldId="325"/>
            <ac:grpSpMk id="2243" creationId="{C2DA6E1E-D9E9-4CBF-B303-70B99F4B9619}"/>
          </ac:grpSpMkLst>
        </pc:grpChg>
        <pc:grpChg chg="del">
          <ac:chgData name="RIDHAM PANSARA" userId="999680b978de5486" providerId="LiveId" clId="{3A62E0BD-C020-4B78-A7F8-5D27D9535FDC}" dt="2025-07-21T07:09:32.179" v="127" actId="478"/>
          <ac:grpSpMkLst>
            <pc:docMk/>
            <pc:sldMk cId="966657658" sldId="325"/>
            <ac:grpSpMk id="2252" creationId="{D3A787D9-3870-07BD-ED88-07C0E1FF94C7}"/>
          </ac:grpSpMkLst>
        </pc:grpChg>
        <pc:grpChg chg="del">
          <ac:chgData name="RIDHAM PANSARA" userId="999680b978de5486" providerId="LiveId" clId="{3A62E0BD-C020-4B78-A7F8-5D27D9535FDC}" dt="2025-07-21T07:09:32.179" v="127" actId="478"/>
          <ac:grpSpMkLst>
            <pc:docMk/>
            <pc:sldMk cId="966657658" sldId="325"/>
            <ac:grpSpMk id="2261" creationId="{819A55B9-CB23-710D-27C7-D3951FA0AF97}"/>
          </ac:grpSpMkLst>
        </pc:grpChg>
        <pc:grpChg chg="del">
          <ac:chgData name="RIDHAM PANSARA" userId="999680b978de5486" providerId="LiveId" clId="{3A62E0BD-C020-4B78-A7F8-5D27D9535FDC}" dt="2025-07-21T07:09:32.179" v="127" actId="478"/>
          <ac:grpSpMkLst>
            <pc:docMk/>
            <pc:sldMk cId="966657658" sldId="325"/>
            <ac:grpSpMk id="2267" creationId="{CA3CA67F-2A57-F7BE-A436-98E917B37056}"/>
          </ac:grpSpMkLst>
        </pc:grpChg>
        <pc:grpChg chg="del">
          <ac:chgData name="RIDHAM PANSARA" userId="999680b978de5486" providerId="LiveId" clId="{3A62E0BD-C020-4B78-A7F8-5D27D9535FDC}" dt="2025-07-21T07:09:32.179" v="127" actId="478"/>
          <ac:grpSpMkLst>
            <pc:docMk/>
            <pc:sldMk cId="966657658" sldId="325"/>
            <ac:grpSpMk id="2270" creationId="{20D0DBDF-6BB6-9C49-8F04-8A924052C98B}"/>
          </ac:grpSpMkLst>
        </pc:grpChg>
        <pc:grpChg chg="del">
          <ac:chgData name="RIDHAM PANSARA" userId="999680b978de5486" providerId="LiveId" clId="{3A62E0BD-C020-4B78-A7F8-5D27D9535FDC}" dt="2025-07-21T07:09:32.179" v="127" actId="478"/>
          <ac:grpSpMkLst>
            <pc:docMk/>
            <pc:sldMk cId="966657658" sldId="325"/>
            <ac:grpSpMk id="2273" creationId="{1ED6C95A-AB64-1C33-078A-79FD458B1645}"/>
          </ac:grpSpMkLst>
        </pc:grpChg>
        <pc:grpChg chg="del">
          <ac:chgData name="RIDHAM PANSARA" userId="999680b978de5486" providerId="LiveId" clId="{3A62E0BD-C020-4B78-A7F8-5D27D9535FDC}" dt="2025-07-21T07:09:32.179" v="127" actId="478"/>
          <ac:grpSpMkLst>
            <pc:docMk/>
            <pc:sldMk cId="966657658" sldId="325"/>
            <ac:grpSpMk id="2279" creationId="{52F41548-DACD-46C6-452F-8C281C1D0437}"/>
          </ac:grpSpMkLst>
        </pc:grpChg>
        <pc:grpChg chg="del">
          <ac:chgData name="RIDHAM PANSARA" userId="999680b978de5486" providerId="LiveId" clId="{3A62E0BD-C020-4B78-A7F8-5D27D9535FDC}" dt="2025-07-21T07:09:32.179" v="127" actId="478"/>
          <ac:grpSpMkLst>
            <pc:docMk/>
            <pc:sldMk cId="966657658" sldId="325"/>
            <ac:grpSpMk id="2288" creationId="{C2D26EC1-76D9-D281-D1CD-70F108AE4A08}"/>
          </ac:grpSpMkLst>
        </pc:grpChg>
        <pc:grpChg chg="del">
          <ac:chgData name="RIDHAM PANSARA" userId="999680b978de5486" providerId="LiveId" clId="{3A62E0BD-C020-4B78-A7F8-5D27D9535FDC}" dt="2025-07-21T07:09:32.179" v="127" actId="478"/>
          <ac:grpSpMkLst>
            <pc:docMk/>
            <pc:sldMk cId="966657658" sldId="325"/>
            <ac:grpSpMk id="2294" creationId="{7F171441-6F99-8315-BE30-A941FA23781A}"/>
          </ac:grpSpMkLst>
        </pc:grpChg>
        <pc:grpChg chg="del">
          <ac:chgData name="RIDHAM PANSARA" userId="999680b978de5486" providerId="LiveId" clId="{3A62E0BD-C020-4B78-A7F8-5D27D9535FDC}" dt="2025-07-21T07:09:32.179" v="127" actId="478"/>
          <ac:grpSpMkLst>
            <pc:docMk/>
            <pc:sldMk cId="966657658" sldId="325"/>
            <ac:grpSpMk id="2300" creationId="{B365EF95-6632-8C00-F1CB-72B6FF9D166B}"/>
          </ac:grpSpMkLst>
        </pc:grpChg>
        <pc:graphicFrameChg chg="del">
          <ac:chgData name="RIDHAM PANSARA" userId="999680b978de5486" providerId="LiveId" clId="{3A62E0BD-C020-4B78-A7F8-5D27D9535FDC}" dt="2025-07-21T07:09:26.964" v="126" actId="478"/>
          <ac:graphicFrameMkLst>
            <pc:docMk/>
            <pc:sldMk cId="966657658" sldId="325"/>
            <ac:graphicFrameMk id="2242" creationId="{B55914DF-D551-5C2C-1FCA-0F09D3B0B2C4}"/>
          </ac:graphicFrameMkLst>
        </pc:graphicFrameChg>
      </pc:sldChg>
      <pc:sldChg chg="addSp delSp modSp add mod modNotes">
        <pc:chgData name="RIDHAM PANSARA" userId="999680b978de5486" providerId="LiveId" clId="{3A62E0BD-C020-4B78-A7F8-5D27D9535FDC}" dt="2025-07-21T07:51:59.126" v="266" actId="20577"/>
        <pc:sldMkLst>
          <pc:docMk/>
          <pc:sldMk cId="149233209" sldId="326"/>
        </pc:sldMkLst>
        <pc:spChg chg="add mod">
          <ac:chgData name="RIDHAM PANSARA" userId="999680b978de5486" providerId="LiveId" clId="{3A62E0BD-C020-4B78-A7F8-5D27D9535FDC}" dt="2025-07-21T07:44:26.467" v="183" actId="478"/>
          <ac:spMkLst>
            <pc:docMk/>
            <pc:sldMk cId="149233209" sldId="326"/>
            <ac:spMk id="3" creationId="{4108E429-CAAF-479A-D8AC-0B4EA3CC0DA8}"/>
          </ac:spMkLst>
        </pc:spChg>
        <pc:spChg chg="add mod">
          <ac:chgData name="RIDHAM PANSARA" userId="999680b978de5486" providerId="LiveId" clId="{3A62E0BD-C020-4B78-A7F8-5D27D9535FDC}" dt="2025-07-21T07:44:26.467" v="183" actId="478"/>
          <ac:spMkLst>
            <pc:docMk/>
            <pc:sldMk cId="149233209" sldId="326"/>
            <ac:spMk id="5" creationId="{5EAE45BC-88BC-C477-387A-4513FA48872E}"/>
          </ac:spMkLst>
        </pc:spChg>
        <pc:spChg chg="add del mod">
          <ac:chgData name="RIDHAM PANSARA" userId="999680b978de5486" providerId="LiveId" clId="{3A62E0BD-C020-4B78-A7F8-5D27D9535FDC}" dt="2025-07-21T07:44:32.571" v="184" actId="478"/>
          <ac:spMkLst>
            <pc:docMk/>
            <pc:sldMk cId="149233209" sldId="326"/>
            <ac:spMk id="7" creationId="{41A258BA-F56B-D15F-9CDC-9AD1692C19ED}"/>
          </ac:spMkLst>
        </pc:spChg>
        <pc:spChg chg="add mod">
          <ac:chgData name="RIDHAM PANSARA" userId="999680b978de5486" providerId="LiveId" clId="{3A62E0BD-C020-4B78-A7F8-5D27D9535FDC}" dt="2025-07-21T07:44:26.467" v="183" actId="478"/>
          <ac:spMkLst>
            <pc:docMk/>
            <pc:sldMk cId="149233209" sldId="326"/>
            <ac:spMk id="9" creationId="{8AD00541-3BA6-4B27-182E-A3A8EF5B9CC0}"/>
          </ac:spMkLst>
        </pc:spChg>
        <pc:spChg chg="add del mod">
          <ac:chgData name="RIDHAM PANSARA" userId="999680b978de5486" providerId="LiveId" clId="{3A62E0BD-C020-4B78-A7F8-5D27D9535FDC}" dt="2025-07-21T07:44:48.546" v="188" actId="478"/>
          <ac:spMkLst>
            <pc:docMk/>
            <pc:sldMk cId="149233209" sldId="326"/>
            <ac:spMk id="11" creationId="{18E6B2C4-DA22-B561-5A04-AF251F35172C}"/>
          </ac:spMkLst>
        </pc:spChg>
        <pc:spChg chg="add del mod">
          <ac:chgData name="RIDHAM PANSARA" userId="999680b978de5486" providerId="LiveId" clId="{3A62E0BD-C020-4B78-A7F8-5D27D9535FDC}" dt="2025-07-21T07:44:45.193" v="187" actId="478"/>
          <ac:spMkLst>
            <pc:docMk/>
            <pc:sldMk cId="149233209" sldId="326"/>
            <ac:spMk id="13" creationId="{01CC6838-F769-0054-0C65-1DD4AA90A48B}"/>
          </ac:spMkLst>
        </pc:spChg>
        <pc:spChg chg="add del mod">
          <ac:chgData name="RIDHAM PANSARA" userId="999680b978de5486" providerId="LiveId" clId="{3A62E0BD-C020-4B78-A7F8-5D27D9535FDC}" dt="2025-07-21T07:44:36.276" v="185" actId="478"/>
          <ac:spMkLst>
            <pc:docMk/>
            <pc:sldMk cId="149233209" sldId="326"/>
            <ac:spMk id="15" creationId="{7E5673B6-E6DA-39B0-9E01-5FC6929B0A7F}"/>
          </ac:spMkLst>
        </pc:spChg>
        <pc:spChg chg="add del mod">
          <ac:chgData name="RIDHAM PANSARA" userId="999680b978de5486" providerId="LiveId" clId="{3A62E0BD-C020-4B78-A7F8-5D27D9535FDC}" dt="2025-07-21T07:44:39.091" v="186" actId="478"/>
          <ac:spMkLst>
            <pc:docMk/>
            <pc:sldMk cId="149233209" sldId="326"/>
            <ac:spMk id="17" creationId="{FF3D3842-C1FB-AE52-6D56-07E5CF65C112}"/>
          </ac:spMkLst>
        </pc:spChg>
        <pc:spChg chg="add mod">
          <ac:chgData name="RIDHAM PANSARA" userId="999680b978de5486" providerId="LiveId" clId="{3A62E0BD-C020-4B78-A7F8-5D27D9535FDC}" dt="2025-07-21T07:47:55.977" v="230" actId="14100"/>
          <ac:spMkLst>
            <pc:docMk/>
            <pc:sldMk cId="149233209" sldId="326"/>
            <ac:spMk id="18" creationId="{0623CFFA-D275-7DE6-4CF8-93E0547BC642}"/>
          </ac:spMkLst>
        </pc:spChg>
        <pc:spChg chg="add mod">
          <ac:chgData name="RIDHAM PANSARA" userId="999680b978de5486" providerId="LiveId" clId="{3A62E0BD-C020-4B78-A7F8-5D27D9535FDC}" dt="2025-07-21T07:51:59.126" v="266" actId="20577"/>
          <ac:spMkLst>
            <pc:docMk/>
            <pc:sldMk cId="149233209" sldId="326"/>
            <ac:spMk id="19" creationId="{57BCFFD2-591A-A6C3-4326-CB22419A9AA3}"/>
          </ac:spMkLst>
        </pc:spChg>
        <pc:spChg chg="mod">
          <ac:chgData name="RIDHAM PANSARA" userId="999680b978de5486" providerId="LiveId" clId="{3A62E0BD-C020-4B78-A7F8-5D27D9535FDC}" dt="2025-07-21T07:44:19.841" v="182" actId="113"/>
          <ac:spMkLst>
            <pc:docMk/>
            <pc:sldMk cId="149233209" sldId="326"/>
            <ac:spMk id="2224" creationId="{EC0448BB-B431-6D6D-FE0D-1F7D3781C101}"/>
          </ac:spMkLst>
        </pc:spChg>
        <pc:spChg chg="del">
          <ac:chgData name="RIDHAM PANSARA" userId="999680b978de5486" providerId="LiveId" clId="{3A62E0BD-C020-4B78-A7F8-5D27D9535FDC}" dt="2025-07-21T07:44:32.571" v="184" actId="478"/>
          <ac:spMkLst>
            <pc:docMk/>
            <pc:sldMk cId="149233209" sldId="326"/>
            <ac:spMk id="2225" creationId="{B34EC662-7E8C-074E-89AF-2B87F786CC50}"/>
          </ac:spMkLst>
        </pc:spChg>
        <pc:spChg chg="del">
          <ac:chgData name="RIDHAM PANSARA" userId="999680b978de5486" providerId="LiveId" clId="{3A62E0BD-C020-4B78-A7F8-5D27D9535FDC}" dt="2025-07-21T07:44:26.467" v="183" actId="478"/>
          <ac:spMkLst>
            <pc:docMk/>
            <pc:sldMk cId="149233209" sldId="326"/>
            <ac:spMk id="2226" creationId="{EE8B59C9-2792-AF45-C9B8-0BE08D702F29}"/>
          </ac:spMkLst>
        </pc:spChg>
        <pc:spChg chg="del">
          <ac:chgData name="RIDHAM PANSARA" userId="999680b978de5486" providerId="LiveId" clId="{3A62E0BD-C020-4B78-A7F8-5D27D9535FDC}" dt="2025-07-21T07:44:32.571" v="184" actId="478"/>
          <ac:spMkLst>
            <pc:docMk/>
            <pc:sldMk cId="149233209" sldId="326"/>
            <ac:spMk id="2227" creationId="{A97557EE-3210-7D7C-8F69-B57ED5D08C05}"/>
          </ac:spMkLst>
        </pc:spChg>
        <pc:spChg chg="del">
          <ac:chgData name="RIDHAM PANSARA" userId="999680b978de5486" providerId="LiveId" clId="{3A62E0BD-C020-4B78-A7F8-5D27D9535FDC}" dt="2025-07-21T07:44:26.467" v="183" actId="478"/>
          <ac:spMkLst>
            <pc:docMk/>
            <pc:sldMk cId="149233209" sldId="326"/>
            <ac:spMk id="2228" creationId="{43001D04-A506-D490-84E6-8DF18662C96A}"/>
          </ac:spMkLst>
        </pc:spChg>
        <pc:spChg chg="del">
          <ac:chgData name="RIDHAM PANSARA" userId="999680b978de5486" providerId="LiveId" clId="{3A62E0BD-C020-4B78-A7F8-5D27D9535FDC}" dt="2025-07-21T07:44:26.467" v="183" actId="478"/>
          <ac:spMkLst>
            <pc:docMk/>
            <pc:sldMk cId="149233209" sldId="326"/>
            <ac:spMk id="2229" creationId="{41F6344D-BC24-D041-B546-7F7AFF40F7B8}"/>
          </ac:spMkLst>
        </pc:spChg>
        <pc:spChg chg="del">
          <ac:chgData name="RIDHAM PANSARA" userId="999680b978de5486" providerId="LiveId" clId="{3A62E0BD-C020-4B78-A7F8-5D27D9535FDC}" dt="2025-07-21T07:44:26.467" v="183" actId="478"/>
          <ac:spMkLst>
            <pc:docMk/>
            <pc:sldMk cId="149233209" sldId="326"/>
            <ac:spMk id="2230" creationId="{0C3D9207-0DA9-2D7D-D955-6A936FB33C95}"/>
          </ac:spMkLst>
        </pc:spChg>
        <pc:spChg chg="del">
          <ac:chgData name="RIDHAM PANSARA" userId="999680b978de5486" providerId="LiveId" clId="{3A62E0BD-C020-4B78-A7F8-5D27D9535FDC}" dt="2025-07-21T07:44:32.571" v="184" actId="478"/>
          <ac:spMkLst>
            <pc:docMk/>
            <pc:sldMk cId="149233209" sldId="326"/>
            <ac:spMk id="2231" creationId="{B78BA92B-DADB-7F0A-5898-B2E415070FA7}"/>
          </ac:spMkLst>
        </pc:spChg>
        <pc:spChg chg="del">
          <ac:chgData name="RIDHAM PANSARA" userId="999680b978de5486" providerId="LiveId" clId="{3A62E0BD-C020-4B78-A7F8-5D27D9535FDC}" dt="2025-07-21T07:44:32.571" v="184" actId="478"/>
          <ac:spMkLst>
            <pc:docMk/>
            <pc:sldMk cId="149233209" sldId="326"/>
            <ac:spMk id="2232" creationId="{173AE51C-49A7-0C83-71EF-2EF960583D3B}"/>
          </ac:spMkLst>
        </pc:spChg>
        <pc:spChg chg="del">
          <ac:chgData name="RIDHAM PANSARA" userId="999680b978de5486" providerId="LiveId" clId="{3A62E0BD-C020-4B78-A7F8-5D27D9535FDC}" dt="2025-07-21T07:44:32.571" v="184" actId="478"/>
          <ac:spMkLst>
            <pc:docMk/>
            <pc:sldMk cId="149233209" sldId="326"/>
            <ac:spMk id="2233" creationId="{F0A66256-7A8F-F2F2-136F-EB1C7543D16D}"/>
          </ac:spMkLst>
        </pc:spChg>
        <pc:spChg chg="del">
          <ac:chgData name="RIDHAM PANSARA" userId="999680b978de5486" providerId="LiveId" clId="{3A62E0BD-C020-4B78-A7F8-5D27D9535FDC}" dt="2025-07-21T07:44:26.467" v="183" actId="478"/>
          <ac:spMkLst>
            <pc:docMk/>
            <pc:sldMk cId="149233209" sldId="326"/>
            <ac:spMk id="2234" creationId="{ECAF9162-CEDB-CB6F-90F9-7AE5895BE12B}"/>
          </ac:spMkLst>
        </pc:spChg>
        <pc:spChg chg="del">
          <ac:chgData name="RIDHAM PANSARA" userId="999680b978de5486" providerId="LiveId" clId="{3A62E0BD-C020-4B78-A7F8-5D27D9535FDC}" dt="2025-07-21T07:44:26.467" v="183" actId="478"/>
          <ac:spMkLst>
            <pc:docMk/>
            <pc:sldMk cId="149233209" sldId="326"/>
            <ac:spMk id="2235" creationId="{E0873A2E-1046-3D59-89E6-FC8DAAE03930}"/>
          </ac:spMkLst>
        </pc:spChg>
      </pc:sldChg>
      <pc:sldChg chg="addSp delSp modSp add mod">
        <pc:chgData name="RIDHAM PANSARA" userId="999680b978de5486" providerId="LiveId" clId="{3A62E0BD-C020-4B78-A7F8-5D27D9535FDC}" dt="2025-07-21T09:47:57.179" v="363" actId="1076"/>
        <pc:sldMkLst>
          <pc:docMk/>
          <pc:sldMk cId="3377112513" sldId="327"/>
        </pc:sldMkLst>
        <pc:spChg chg="mod">
          <ac:chgData name="RIDHAM PANSARA" userId="999680b978de5486" providerId="LiveId" clId="{3A62E0BD-C020-4B78-A7F8-5D27D9535FDC}" dt="2025-07-21T09:45:02.075" v="330" actId="20577"/>
          <ac:spMkLst>
            <pc:docMk/>
            <pc:sldMk cId="3377112513" sldId="327"/>
            <ac:spMk id="2" creationId="{3964C9AA-8872-0A16-AF4D-BE120FAF2D89}"/>
          </ac:spMkLst>
        </pc:spChg>
        <pc:spChg chg="add mod">
          <ac:chgData name="RIDHAM PANSARA" userId="999680b978de5486" providerId="LiveId" clId="{3A62E0BD-C020-4B78-A7F8-5D27D9535FDC}" dt="2025-07-21T09:47:57.179" v="363" actId="1076"/>
          <ac:spMkLst>
            <pc:docMk/>
            <pc:sldMk cId="3377112513" sldId="327"/>
            <ac:spMk id="3" creationId="{775F706D-1A8C-23E0-CE05-5529AA98EB52}"/>
          </ac:spMkLst>
        </pc:spChg>
        <pc:picChg chg="del">
          <ac:chgData name="RIDHAM PANSARA" userId="999680b978de5486" providerId="LiveId" clId="{3A62E0BD-C020-4B78-A7F8-5D27D9535FDC}" dt="2025-07-21T09:44:14.864" v="270" actId="478"/>
          <ac:picMkLst>
            <pc:docMk/>
            <pc:sldMk cId="3377112513" sldId="327"/>
            <ac:picMk id="7" creationId="{8AD3A2D4-E893-94F5-88E9-38969803B1BA}"/>
          </ac:picMkLst>
        </pc:picChg>
      </pc:sldChg>
      <pc:sldChg chg="addSp delSp modSp add del mod">
        <pc:chgData name="RIDHAM PANSARA" userId="999680b978de5486" providerId="LiveId" clId="{3A62E0BD-C020-4B78-A7F8-5D27D9535FDC}" dt="2025-07-21T10:17:17.907" v="397" actId="2696"/>
        <pc:sldMkLst>
          <pc:docMk/>
          <pc:sldMk cId="3216525222" sldId="328"/>
        </pc:sldMkLst>
        <pc:spChg chg="del">
          <ac:chgData name="RIDHAM PANSARA" userId="999680b978de5486" providerId="LiveId" clId="{3A62E0BD-C020-4B78-A7F8-5D27D9535FDC}" dt="2025-07-21T10:09:23.442" v="369" actId="478"/>
          <ac:spMkLst>
            <pc:docMk/>
            <pc:sldMk cId="3216525222" sldId="328"/>
            <ac:spMk id="3" creationId="{EC8FB95C-67FF-976E-0563-3C94EE09207C}"/>
          </ac:spMkLst>
        </pc:spChg>
        <pc:spChg chg="del">
          <ac:chgData name="RIDHAM PANSARA" userId="999680b978de5486" providerId="LiveId" clId="{3A62E0BD-C020-4B78-A7F8-5D27D9535FDC}" dt="2025-07-21T10:09:25.532" v="370" actId="478"/>
          <ac:spMkLst>
            <pc:docMk/>
            <pc:sldMk cId="3216525222" sldId="328"/>
            <ac:spMk id="5" creationId="{25375C39-442C-D598-9A2C-CE39633B46B3}"/>
          </ac:spMkLst>
        </pc:spChg>
        <pc:spChg chg="del">
          <ac:chgData name="RIDHAM PANSARA" userId="999680b978de5486" providerId="LiveId" clId="{3A62E0BD-C020-4B78-A7F8-5D27D9535FDC}" dt="2025-07-21T10:09:14.320" v="366" actId="478"/>
          <ac:spMkLst>
            <pc:docMk/>
            <pc:sldMk cId="3216525222" sldId="328"/>
            <ac:spMk id="7" creationId="{8A8D322C-4196-CD39-7806-099BB7C1BCCB}"/>
          </ac:spMkLst>
        </pc:spChg>
        <pc:spChg chg="add del mod">
          <ac:chgData name="RIDHAM PANSARA" userId="999680b978de5486" providerId="LiveId" clId="{3A62E0BD-C020-4B78-A7F8-5D27D9535FDC}" dt="2025-07-21T10:09:20.309" v="368" actId="478"/>
          <ac:spMkLst>
            <pc:docMk/>
            <pc:sldMk cId="3216525222" sldId="328"/>
            <ac:spMk id="9" creationId="{180239B5-1C14-D765-3813-94F3C605E5DB}"/>
          </ac:spMkLst>
        </pc:spChg>
        <pc:spChg chg="add del mod">
          <ac:chgData name="RIDHAM PANSARA" userId="999680b978de5486" providerId="LiveId" clId="{3A62E0BD-C020-4B78-A7F8-5D27D9535FDC}" dt="2025-07-21T10:09:28.186" v="371" actId="478"/>
          <ac:spMkLst>
            <pc:docMk/>
            <pc:sldMk cId="3216525222" sldId="328"/>
            <ac:spMk id="11" creationId="{7CD9C6D2-B708-EAB6-90E0-D180D0D9CD55}"/>
          </ac:spMkLst>
        </pc:spChg>
        <pc:spChg chg="add del mod">
          <ac:chgData name="RIDHAM PANSARA" userId="999680b978de5486" providerId="LiveId" clId="{3A62E0BD-C020-4B78-A7F8-5D27D9535FDC}" dt="2025-07-21T10:09:17.437" v="367" actId="478"/>
          <ac:spMkLst>
            <pc:docMk/>
            <pc:sldMk cId="3216525222" sldId="328"/>
            <ac:spMk id="13" creationId="{1CDAC85B-2F05-B257-63B5-DFCDF4DB2051}"/>
          </ac:spMkLst>
        </pc:spChg>
        <pc:spChg chg="del">
          <ac:chgData name="RIDHAM PANSARA" userId="999680b978de5486" providerId="LiveId" clId="{3A62E0BD-C020-4B78-A7F8-5D27D9535FDC}" dt="2025-07-21T10:09:32.981" v="372" actId="478"/>
          <ac:spMkLst>
            <pc:docMk/>
            <pc:sldMk cId="3216525222" sldId="328"/>
            <ac:spMk id="15" creationId="{E5C82134-9E56-0767-AE5D-16844F0AB0B7}"/>
          </ac:spMkLst>
        </pc:spChg>
        <pc:spChg chg="del">
          <ac:chgData name="RIDHAM PANSARA" userId="999680b978de5486" providerId="LiveId" clId="{3A62E0BD-C020-4B78-A7F8-5D27D9535FDC}" dt="2025-07-21T10:09:36.657" v="373" actId="478"/>
          <ac:spMkLst>
            <pc:docMk/>
            <pc:sldMk cId="3216525222" sldId="328"/>
            <ac:spMk id="17" creationId="{5D84E4A5-7483-E789-6CA2-23455215D0C0}"/>
          </ac:spMkLst>
        </pc:spChg>
        <pc:spChg chg="del">
          <ac:chgData name="RIDHAM PANSARA" userId="999680b978de5486" providerId="LiveId" clId="{3A62E0BD-C020-4B78-A7F8-5D27D9535FDC}" dt="2025-07-21T10:09:39.272" v="374" actId="478"/>
          <ac:spMkLst>
            <pc:docMk/>
            <pc:sldMk cId="3216525222" sldId="328"/>
            <ac:spMk id="19" creationId="{84665B35-5BEA-83FF-B546-A202873D8EAA}"/>
          </ac:spMkLst>
        </pc:spChg>
        <pc:spChg chg="add del mod">
          <ac:chgData name="RIDHAM PANSARA" userId="999680b978de5486" providerId="LiveId" clId="{3A62E0BD-C020-4B78-A7F8-5D27D9535FDC}" dt="2025-07-21T10:09:41.193" v="375" actId="478"/>
          <ac:spMkLst>
            <pc:docMk/>
            <pc:sldMk cId="3216525222" sldId="328"/>
            <ac:spMk id="21" creationId="{B634CC4E-003B-39CC-EBFA-DFEB19B5C903}"/>
          </ac:spMkLst>
        </pc:spChg>
        <pc:spChg chg="del">
          <ac:chgData name="RIDHAM PANSARA" userId="999680b978de5486" providerId="LiveId" clId="{3A62E0BD-C020-4B78-A7F8-5D27D9535FDC}" dt="2025-07-21T10:09:43.577" v="376" actId="478"/>
          <ac:spMkLst>
            <pc:docMk/>
            <pc:sldMk cId="3216525222" sldId="328"/>
            <ac:spMk id="23" creationId="{BAD26AF5-B62C-4B48-D9C7-2A2B4F1D8BC2}"/>
          </ac:spMkLst>
        </pc:spChg>
        <pc:spChg chg="del">
          <ac:chgData name="RIDHAM PANSARA" userId="999680b978de5486" providerId="LiveId" clId="{3A62E0BD-C020-4B78-A7F8-5D27D9535FDC}" dt="2025-07-21T10:09:48.196" v="377" actId="478"/>
          <ac:spMkLst>
            <pc:docMk/>
            <pc:sldMk cId="3216525222" sldId="328"/>
            <ac:spMk id="25" creationId="{ED74AE3B-B141-D7FE-538E-7D9A6AAA7507}"/>
          </ac:spMkLst>
        </pc:spChg>
        <pc:spChg chg="del">
          <ac:chgData name="RIDHAM PANSARA" userId="999680b978de5486" providerId="LiveId" clId="{3A62E0BD-C020-4B78-A7F8-5D27D9535FDC}" dt="2025-07-21T10:09:10.438" v="365" actId="478"/>
          <ac:spMkLst>
            <pc:docMk/>
            <pc:sldMk cId="3216525222" sldId="328"/>
            <ac:spMk id="2975" creationId="{0971A6E6-269C-3A99-1DFE-D6AEF37AC812}"/>
          </ac:spMkLst>
        </pc:spChg>
        <pc:spChg chg="del">
          <ac:chgData name="RIDHAM PANSARA" userId="999680b978de5486" providerId="LiveId" clId="{3A62E0BD-C020-4B78-A7F8-5D27D9535FDC}" dt="2025-07-21T10:09:10.438" v="365" actId="478"/>
          <ac:spMkLst>
            <pc:docMk/>
            <pc:sldMk cId="3216525222" sldId="328"/>
            <ac:spMk id="2976" creationId="{C89314A9-93AF-A499-2F80-93FC8A55F0DE}"/>
          </ac:spMkLst>
        </pc:spChg>
        <pc:spChg chg="del">
          <ac:chgData name="RIDHAM PANSARA" userId="999680b978de5486" providerId="LiveId" clId="{3A62E0BD-C020-4B78-A7F8-5D27D9535FDC}" dt="2025-07-21T10:09:10.438" v="365" actId="478"/>
          <ac:spMkLst>
            <pc:docMk/>
            <pc:sldMk cId="3216525222" sldId="328"/>
            <ac:spMk id="2978" creationId="{CFA51B48-AD93-EE37-EB16-800ED13AF175}"/>
          </ac:spMkLst>
        </pc:spChg>
        <pc:spChg chg="del">
          <ac:chgData name="RIDHAM PANSARA" userId="999680b978de5486" providerId="LiveId" clId="{3A62E0BD-C020-4B78-A7F8-5D27D9535FDC}" dt="2025-07-21T10:09:10.438" v="365" actId="478"/>
          <ac:spMkLst>
            <pc:docMk/>
            <pc:sldMk cId="3216525222" sldId="328"/>
            <ac:spMk id="2979" creationId="{7BC2FA52-81CC-EEA2-3A2B-9D2CD44D11DC}"/>
          </ac:spMkLst>
        </pc:spChg>
        <pc:spChg chg="mod">
          <ac:chgData name="RIDHAM PANSARA" userId="999680b978de5486" providerId="LiveId" clId="{3A62E0BD-C020-4B78-A7F8-5D27D9535FDC}" dt="2025-07-21T10:15:09.710" v="382" actId="14100"/>
          <ac:spMkLst>
            <pc:docMk/>
            <pc:sldMk cId="3216525222" sldId="328"/>
            <ac:spMk id="2980" creationId="{18A2A413-BE90-610D-0A10-AF3249593F7F}"/>
          </ac:spMkLst>
        </pc:spChg>
        <pc:spChg chg="del">
          <ac:chgData name="RIDHAM PANSARA" userId="999680b978de5486" providerId="LiveId" clId="{3A62E0BD-C020-4B78-A7F8-5D27D9535FDC}" dt="2025-07-21T10:09:10.438" v="365" actId="478"/>
          <ac:spMkLst>
            <pc:docMk/>
            <pc:sldMk cId="3216525222" sldId="328"/>
            <ac:spMk id="2995" creationId="{CBE90B8F-4F19-96EE-6639-3E416F2752A4}"/>
          </ac:spMkLst>
        </pc:spChg>
        <pc:spChg chg="del">
          <ac:chgData name="RIDHAM PANSARA" userId="999680b978de5486" providerId="LiveId" clId="{3A62E0BD-C020-4B78-A7F8-5D27D9535FDC}" dt="2025-07-21T10:09:10.438" v="365" actId="478"/>
          <ac:spMkLst>
            <pc:docMk/>
            <pc:sldMk cId="3216525222" sldId="328"/>
            <ac:spMk id="3002" creationId="{A7FF8347-ED0D-75C4-2D07-975B649FB70D}"/>
          </ac:spMkLst>
        </pc:spChg>
      </pc:sldChg>
      <pc:sldChg chg="addSp delSp modSp add mod">
        <pc:chgData name="RIDHAM PANSARA" userId="999680b978de5486" providerId="LiveId" clId="{3A62E0BD-C020-4B78-A7F8-5D27D9535FDC}" dt="2025-07-21T20:35:45.744" v="723" actId="20577"/>
        <pc:sldMkLst>
          <pc:docMk/>
          <pc:sldMk cId="3234791308" sldId="329"/>
        </pc:sldMkLst>
        <pc:spChg chg="add del mod">
          <ac:chgData name="RIDHAM PANSARA" userId="999680b978de5486" providerId="LiveId" clId="{3A62E0BD-C020-4B78-A7F8-5D27D9535FDC}" dt="2025-07-21T10:16:50.863" v="385" actId="478"/>
          <ac:spMkLst>
            <pc:docMk/>
            <pc:sldMk cId="3234791308" sldId="329"/>
            <ac:spMk id="3" creationId="{C76E20D8-A23F-9B67-E1D1-B55648811EBB}"/>
          </ac:spMkLst>
        </pc:spChg>
        <pc:spChg chg="add mod">
          <ac:chgData name="RIDHAM PANSARA" userId="999680b978de5486" providerId="LiveId" clId="{3A62E0BD-C020-4B78-A7F8-5D27D9535FDC}" dt="2025-07-21T10:17:40.229" v="398" actId="14100"/>
          <ac:spMkLst>
            <pc:docMk/>
            <pc:sldMk cId="3234791308" sldId="329"/>
            <ac:spMk id="4" creationId="{1F248611-1D71-2E03-4E93-6671E84AE71E}"/>
          </ac:spMkLst>
        </pc:spChg>
        <pc:spChg chg="add del mod">
          <ac:chgData name="RIDHAM PANSARA" userId="999680b978de5486" providerId="LiveId" clId="{3A62E0BD-C020-4B78-A7F8-5D27D9535FDC}" dt="2025-07-21T10:18:01.745" v="402" actId="478"/>
          <ac:spMkLst>
            <pc:docMk/>
            <pc:sldMk cId="3234791308" sldId="329"/>
            <ac:spMk id="6" creationId="{E10559E8-6F70-D402-0E7A-FA24A3B5C7A6}"/>
          </ac:spMkLst>
        </pc:spChg>
        <pc:spChg chg="add del mod">
          <ac:chgData name="RIDHAM PANSARA" userId="999680b978de5486" providerId="LiveId" clId="{3A62E0BD-C020-4B78-A7F8-5D27D9535FDC}" dt="2025-07-21T10:17:56.092" v="400" actId="478"/>
          <ac:spMkLst>
            <pc:docMk/>
            <pc:sldMk cId="3234791308" sldId="329"/>
            <ac:spMk id="8" creationId="{1500EB99-EF7B-C9B1-D3B1-414267C5D1E1}"/>
          </ac:spMkLst>
        </pc:spChg>
        <pc:spChg chg="add del mod">
          <ac:chgData name="RIDHAM PANSARA" userId="999680b978de5486" providerId="LiveId" clId="{3A62E0BD-C020-4B78-A7F8-5D27D9535FDC}" dt="2025-07-21T10:18:06.518" v="404" actId="478"/>
          <ac:spMkLst>
            <pc:docMk/>
            <pc:sldMk cId="3234791308" sldId="329"/>
            <ac:spMk id="10" creationId="{A63847E9-95F7-8B55-7BEF-2118428A926D}"/>
          </ac:spMkLst>
        </pc:spChg>
        <pc:spChg chg="del">
          <ac:chgData name="RIDHAM PANSARA" userId="999680b978de5486" providerId="LiveId" clId="{3A62E0BD-C020-4B78-A7F8-5D27D9535FDC}" dt="2025-07-21T10:18:03.616" v="403" actId="478"/>
          <ac:spMkLst>
            <pc:docMk/>
            <pc:sldMk cId="3234791308" sldId="329"/>
            <ac:spMk id="12" creationId="{53BCC837-1A44-AA26-B609-6906E0E6328A}"/>
          </ac:spMkLst>
        </pc:spChg>
        <pc:spChg chg="add del mod">
          <ac:chgData name="RIDHAM PANSARA" userId="999680b978de5486" providerId="LiveId" clId="{3A62E0BD-C020-4B78-A7F8-5D27D9535FDC}" dt="2025-07-21T10:17:59.189" v="401" actId="478"/>
          <ac:spMkLst>
            <pc:docMk/>
            <pc:sldMk cId="3234791308" sldId="329"/>
            <ac:spMk id="14" creationId="{139C0759-FEBC-C16B-CED1-F02B4201657C}"/>
          </ac:spMkLst>
        </pc:spChg>
        <pc:spChg chg="add del mod">
          <ac:chgData name="RIDHAM PANSARA" userId="999680b978de5486" providerId="LiveId" clId="{3A62E0BD-C020-4B78-A7F8-5D27D9535FDC}" dt="2025-07-21T10:18:09.414" v="405" actId="478"/>
          <ac:spMkLst>
            <pc:docMk/>
            <pc:sldMk cId="3234791308" sldId="329"/>
            <ac:spMk id="16" creationId="{5DBAEAC1-DED4-5E15-AE19-1CA9A539F847}"/>
          </ac:spMkLst>
        </pc:spChg>
        <pc:spChg chg="add mod">
          <ac:chgData name="RIDHAM PANSARA" userId="999680b978de5486" providerId="LiveId" clId="{3A62E0BD-C020-4B78-A7F8-5D27D9535FDC}" dt="2025-07-21T10:38:40.879" v="504" actId="20577"/>
          <ac:spMkLst>
            <pc:docMk/>
            <pc:sldMk cId="3234791308" sldId="329"/>
            <ac:spMk id="17" creationId="{F3756DC5-4C7B-3BBC-3DF6-0026F5349DB9}"/>
          </ac:spMkLst>
        </pc:spChg>
        <pc:spChg chg="add mod">
          <ac:chgData name="RIDHAM PANSARA" userId="999680b978de5486" providerId="LiveId" clId="{3A62E0BD-C020-4B78-A7F8-5D27D9535FDC}" dt="2025-07-21T20:35:45.744" v="723" actId="20577"/>
          <ac:spMkLst>
            <pc:docMk/>
            <pc:sldMk cId="3234791308" sldId="329"/>
            <ac:spMk id="18" creationId="{A082B027-935C-6C1A-3A49-9BEA5B985407}"/>
          </ac:spMkLst>
        </pc:spChg>
        <pc:spChg chg="add mod">
          <ac:chgData name="RIDHAM PANSARA" userId="999680b978de5486" providerId="LiveId" clId="{3A62E0BD-C020-4B78-A7F8-5D27D9535FDC}" dt="2025-07-21T10:39:43.999" v="545" actId="1076"/>
          <ac:spMkLst>
            <pc:docMk/>
            <pc:sldMk cId="3234791308" sldId="329"/>
            <ac:spMk id="19" creationId="{3BD673ED-CC26-9818-3724-0DF9639C138C}"/>
          </ac:spMkLst>
        </pc:spChg>
        <pc:spChg chg="del">
          <ac:chgData name="RIDHAM PANSARA" userId="999680b978de5486" providerId="LiveId" clId="{3A62E0BD-C020-4B78-A7F8-5D27D9535FDC}" dt="2025-07-21T10:16:48.246" v="384" actId="478"/>
          <ac:spMkLst>
            <pc:docMk/>
            <pc:sldMk cId="3234791308" sldId="329"/>
            <ac:spMk id="2195" creationId="{C31530E5-FEE2-CA3A-93E6-B9BEC11E07C9}"/>
          </ac:spMkLst>
        </pc:spChg>
        <pc:spChg chg="del">
          <ac:chgData name="RIDHAM PANSARA" userId="999680b978de5486" providerId="LiveId" clId="{3A62E0BD-C020-4B78-A7F8-5D27D9535FDC}" dt="2025-07-21T10:17:46.881" v="399" actId="478"/>
          <ac:spMkLst>
            <pc:docMk/>
            <pc:sldMk cId="3234791308" sldId="329"/>
            <ac:spMk id="2196" creationId="{B952B02C-3E9B-6E84-F547-DEBAAD7B8501}"/>
          </ac:spMkLst>
        </pc:spChg>
        <pc:spChg chg="del">
          <ac:chgData name="RIDHAM PANSARA" userId="999680b978de5486" providerId="LiveId" clId="{3A62E0BD-C020-4B78-A7F8-5D27D9535FDC}" dt="2025-07-21T10:17:46.881" v="399" actId="478"/>
          <ac:spMkLst>
            <pc:docMk/>
            <pc:sldMk cId="3234791308" sldId="329"/>
            <ac:spMk id="2198" creationId="{9E73D28E-EC04-8BA5-F8E9-22C72DEB99BC}"/>
          </ac:spMkLst>
        </pc:spChg>
        <pc:spChg chg="del">
          <ac:chgData name="RIDHAM PANSARA" userId="999680b978de5486" providerId="LiveId" clId="{3A62E0BD-C020-4B78-A7F8-5D27D9535FDC}" dt="2025-07-21T10:17:46.881" v="399" actId="478"/>
          <ac:spMkLst>
            <pc:docMk/>
            <pc:sldMk cId="3234791308" sldId="329"/>
            <ac:spMk id="2199" creationId="{6E414745-D9C3-9F50-7963-13E9E643C474}"/>
          </ac:spMkLst>
        </pc:spChg>
        <pc:spChg chg="del">
          <ac:chgData name="RIDHAM PANSARA" userId="999680b978de5486" providerId="LiveId" clId="{3A62E0BD-C020-4B78-A7F8-5D27D9535FDC}" dt="2025-07-21T10:17:46.881" v="399" actId="478"/>
          <ac:spMkLst>
            <pc:docMk/>
            <pc:sldMk cId="3234791308" sldId="329"/>
            <ac:spMk id="2200" creationId="{03C35589-A03B-5D4D-AC89-5D639B53A91E}"/>
          </ac:spMkLst>
        </pc:spChg>
        <pc:spChg chg="del">
          <ac:chgData name="RIDHAM PANSARA" userId="999680b978de5486" providerId="LiveId" clId="{3A62E0BD-C020-4B78-A7F8-5D27D9535FDC}" dt="2025-07-21T10:17:46.881" v="399" actId="478"/>
          <ac:spMkLst>
            <pc:docMk/>
            <pc:sldMk cId="3234791308" sldId="329"/>
            <ac:spMk id="2201" creationId="{CABE9978-4F1C-B78D-F1C1-A9E9FC711146}"/>
          </ac:spMkLst>
        </pc:spChg>
      </pc:sldChg>
      <pc:sldChg chg="addSp delSp modSp add del mod">
        <pc:chgData name="RIDHAM PANSARA" userId="999680b978de5486" providerId="LiveId" clId="{3A62E0BD-C020-4B78-A7F8-5D27D9535FDC}" dt="2025-07-21T10:45:55.511" v="551" actId="47"/>
        <pc:sldMkLst>
          <pc:docMk/>
          <pc:sldMk cId="346585909" sldId="330"/>
        </pc:sldMkLst>
        <pc:spChg chg="add del mod">
          <ac:chgData name="RIDHAM PANSARA" userId="999680b978de5486" providerId="LiveId" clId="{3A62E0BD-C020-4B78-A7F8-5D27D9535FDC}" dt="2025-07-21T10:45:33.832" v="549" actId="478"/>
          <ac:spMkLst>
            <pc:docMk/>
            <pc:sldMk cId="346585909" sldId="330"/>
            <ac:spMk id="3" creationId="{DBFA17B3-A987-D238-4AA5-DB6971E258F0}"/>
          </ac:spMkLst>
        </pc:spChg>
        <pc:spChg chg="del mod">
          <ac:chgData name="RIDHAM PANSARA" userId="999680b978de5486" providerId="LiveId" clId="{3A62E0BD-C020-4B78-A7F8-5D27D9535FDC}" dt="2025-07-21T10:45:32.048" v="548" actId="478"/>
          <ac:spMkLst>
            <pc:docMk/>
            <pc:sldMk cId="346585909" sldId="330"/>
            <ac:spMk id="3606" creationId="{6FEC076A-EA62-AE18-D18D-7613263785D7}"/>
          </ac:spMkLst>
        </pc:spChg>
        <pc:spChg chg="del">
          <ac:chgData name="RIDHAM PANSARA" userId="999680b978de5486" providerId="LiveId" clId="{3A62E0BD-C020-4B78-A7F8-5D27D9535FDC}" dt="2025-07-21T10:45:38.643" v="550" actId="478"/>
          <ac:spMkLst>
            <pc:docMk/>
            <pc:sldMk cId="346585909" sldId="330"/>
            <ac:spMk id="3607" creationId="{A2A4469B-2D26-9B84-9F5B-5DB12FAC9E4E}"/>
          </ac:spMkLst>
        </pc:spChg>
        <pc:grpChg chg="del">
          <ac:chgData name="RIDHAM PANSARA" userId="999680b978de5486" providerId="LiveId" clId="{3A62E0BD-C020-4B78-A7F8-5D27D9535FDC}" dt="2025-07-21T10:45:38.643" v="550" actId="478"/>
          <ac:grpSpMkLst>
            <pc:docMk/>
            <pc:sldMk cId="346585909" sldId="330"/>
            <ac:grpSpMk id="3608" creationId="{2AAF73BD-04CB-14F1-B4D3-448A0BC84E90}"/>
          </ac:grpSpMkLst>
        </pc:grpChg>
      </pc:sldChg>
      <pc:sldChg chg="addSp delSp modSp add mod">
        <pc:chgData name="RIDHAM PANSARA" userId="999680b978de5486" providerId="LiveId" clId="{3A62E0BD-C020-4B78-A7F8-5D27D9535FDC}" dt="2025-07-21T10:57:04.807" v="584" actId="1076"/>
        <pc:sldMkLst>
          <pc:docMk/>
          <pc:sldMk cId="3423786460" sldId="330"/>
        </pc:sldMkLst>
        <pc:spChg chg="add del mod">
          <ac:chgData name="RIDHAM PANSARA" userId="999680b978de5486" providerId="LiveId" clId="{3A62E0BD-C020-4B78-A7F8-5D27D9535FDC}" dt="2025-07-21T10:46:40.477" v="554" actId="478"/>
          <ac:spMkLst>
            <pc:docMk/>
            <pc:sldMk cId="3423786460" sldId="330"/>
            <ac:spMk id="3" creationId="{87F8EDDE-F505-51BE-1DC5-B39FB2FF93BC}"/>
          </ac:spMkLst>
        </pc:spChg>
        <pc:spChg chg="add del mod">
          <ac:chgData name="RIDHAM PANSARA" userId="999680b978de5486" providerId="LiveId" clId="{3A62E0BD-C020-4B78-A7F8-5D27D9535FDC}" dt="2025-07-21T10:46:40.477" v="554" actId="478"/>
          <ac:spMkLst>
            <pc:docMk/>
            <pc:sldMk cId="3423786460" sldId="330"/>
            <ac:spMk id="5" creationId="{F9995917-962B-018D-F26F-27D3D215A7AE}"/>
          </ac:spMkLst>
        </pc:spChg>
        <pc:spChg chg="add mod">
          <ac:chgData name="RIDHAM PANSARA" userId="999680b978de5486" providerId="LiveId" clId="{3A62E0BD-C020-4B78-A7F8-5D27D9535FDC}" dt="2025-07-21T10:46:35.633" v="553" actId="478"/>
          <ac:spMkLst>
            <pc:docMk/>
            <pc:sldMk cId="3423786460" sldId="330"/>
            <ac:spMk id="7" creationId="{BACAA4DB-2EA4-466A-A9DD-5C764194DEB4}"/>
          </ac:spMkLst>
        </pc:spChg>
        <pc:spChg chg="add mod">
          <ac:chgData name="RIDHAM PANSARA" userId="999680b978de5486" providerId="LiveId" clId="{3A62E0BD-C020-4B78-A7F8-5D27D9535FDC}" dt="2025-07-21T10:46:35.633" v="553" actId="478"/>
          <ac:spMkLst>
            <pc:docMk/>
            <pc:sldMk cId="3423786460" sldId="330"/>
            <ac:spMk id="9" creationId="{D008CFEA-963F-87F1-825E-7EBAB928FDA1}"/>
          </ac:spMkLst>
        </pc:spChg>
        <pc:spChg chg="del">
          <ac:chgData name="RIDHAM PANSARA" userId="999680b978de5486" providerId="LiveId" clId="{3A62E0BD-C020-4B78-A7F8-5D27D9535FDC}" dt="2025-07-21T10:46:46.784" v="555" actId="478"/>
          <ac:spMkLst>
            <pc:docMk/>
            <pc:sldMk cId="3423786460" sldId="330"/>
            <ac:spMk id="11" creationId="{93BFC28F-B863-C76D-5633-A2B4F8C3BACB}"/>
          </ac:spMkLst>
        </pc:spChg>
        <pc:spChg chg="del">
          <ac:chgData name="RIDHAM PANSARA" userId="999680b978de5486" providerId="LiveId" clId="{3A62E0BD-C020-4B78-A7F8-5D27D9535FDC}" dt="2025-07-21T10:46:46.784" v="555" actId="478"/>
          <ac:spMkLst>
            <pc:docMk/>
            <pc:sldMk cId="3423786460" sldId="330"/>
            <ac:spMk id="13" creationId="{4A455180-E3A7-86AA-8A7B-820E819E9CE9}"/>
          </ac:spMkLst>
        </pc:spChg>
        <pc:spChg chg="del">
          <ac:chgData name="RIDHAM PANSARA" userId="999680b978de5486" providerId="LiveId" clId="{3A62E0BD-C020-4B78-A7F8-5D27D9535FDC}" dt="2025-07-21T10:46:46.784" v="555" actId="478"/>
          <ac:spMkLst>
            <pc:docMk/>
            <pc:sldMk cId="3423786460" sldId="330"/>
            <ac:spMk id="15" creationId="{4BDA67DA-5D2C-511D-E1DF-E4B56C6A1EC0}"/>
          </ac:spMkLst>
        </pc:spChg>
        <pc:spChg chg="add del mod">
          <ac:chgData name="RIDHAM PANSARA" userId="999680b978de5486" providerId="LiveId" clId="{3A62E0BD-C020-4B78-A7F8-5D27D9535FDC}" dt="2025-07-21T10:46:46.784" v="555" actId="478"/>
          <ac:spMkLst>
            <pc:docMk/>
            <pc:sldMk cId="3423786460" sldId="330"/>
            <ac:spMk id="17" creationId="{C79CE266-8152-C302-9993-CBBE87A3B43A}"/>
          </ac:spMkLst>
        </pc:spChg>
        <pc:spChg chg="add del mod">
          <ac:chgData name="RIDHAM PANSARA" userId="999680b978de5486" providerId="LiveId" clId="{3A62E0BD-C020-4B78-A7F8-5D27D9535FDC}" dt="2025-07-21T10:46:46.784" v="555" actId="478"/>
          <ac:spMkLst>
            <pc:docMk/>
            <pc:sldMk cId="3423786460" sldId="330"/>
            <ac:spMk id="19" creationId="{883B2CBE-FB7A-55EC-5BF5-61348907332D}"/>
          </ac:spMkLst>
        </pc:spChg>
        <pc:spChg chg="del">
          <ac:chgData name="RIDHAM PANSARA" userId="999680b978de5486" providerId="LiveId" clId="{3A62E0BD-C020-4B78-A7F8-5D27D9535FDC}" dt="2025-07-21T10:46:46.784" v="555" actId="478"/>
          <ac:spMkLst>
            <pc:docMk/>
            <pc:sldMk cId="3423786460" sldId="330"/>
            <ac:spMk id="21" creationId="{00D69D45-07BC-EE77-EE0B-FBC54FB9BC0B}"/>
          </ac:spMkLst>
        </pc:spChg>
        <pc:spChg chg="del">
          <ac:chgData name="RIDHAM PANSARA" userId="999680b978de5486" providerId="LiveId" clId="{3A62E0BD-C020-4B78-A7F8-5D27D9535FDC}" dt="2025-07-21T10:46:46.784" v="555" actId="478"/>
          <ac:spMkLst>
            <pc:docMk/>
            <pc:sldMk cId="3423786460" sldId="330"/>
            <ac:spMk id="23" creationId="{B2E7ED9E-FCCE-2ED7-AE36-A096F1F60731}"/>
          </ac:spMkLst>
        </pc:spChg>
        <pc:spChg chg="add del mod">
          <ac:chgData name="RIDHAM PANSARA" userId="999680b978de5486" providerId="LiveId" clId="{3A62E0BD-C020-4B78-A7F8-5D27D9535FDC}" dt="2025-07-21T10:46:46.784" v="555" actId="478"/>
          <ac:spMkLst>
            <pc:docMk/>
            <pc:sldMk cId="3423786460" sldId="330"/>
            <ac:spMk id="25" creationId="{BF40C728-C577-5DCF-1906-6D571E949C26}"/>
          </ac:spMkLst>
        </pc:spChg>
        <pc:spChg chg="add mod">
          <ac:chgData name="RIDHAM PANSARA" userId="999680b978de5486" providerId="LiveId" clId="{3A62E0BD-C020-4B78-A7F8-5D27D9535FDC}" dt="2025-07-21T10:57:04.807" v="584" actId="1076"/>
          <ac:spMkLst>
            <pc:docMk/>
            <pc:sldMk cId="3423786460" sldId="330"/>
            <ac:spMk id="26" creationId="{74D4F99D-0BF7-7084-45E7-DF777271367E}"/>
          </ac:spMkLst>
        </pc:spChg>
        <pc:spChg chg="mod">
          <ac:chgData name="RIDHAM PANSARA" userId="999680b978de5486" providerId="LiveId" clId="{3A62E0BD-C020-4B78-A7F8-5D27D9535FDC}" dt="2025-07-21T10:56:05.481" v="576" actId="1076"/>
          <ac:spMkLst>
            <pc:docMk/>
            <pc:sldMk cId="3423786460" sldId="330"/>
            <ac:spMk id="2138" creationId="{E0AE2F32-8C18-30FD-D0C1-7146462FE318}"/>
          </ac:spMkLst>
        </pc:spChg>
        <pc:spChg chg="del">
          <ac:chgData name="RIDHAM PANSARA" userId="999680b978de5486" providerId="LiveId" clId="{3A62E0BD-C020-4B78-A7F8-5D27D9535FDC}" dt="2025-07-21T10:46:40.477" v="554" actId="478"/>
          <ac:spMkLst>
            <pc:docMk/>
            <pc:sldMk cId="3423786460" sldId="330"/>
            <ac:spMk id="2140" creationId="{5BA754B5-334F-087C-D2DC-E5E3AF29F6CE}"/>
          </ac:spMkLst>
        </pc:spChg>
        <pc:spChg chg="del">
          <ac:chgData name="RIDHAM PANSARA" userId="999680b978de5486" providerId="LiveId" clId="{3A62E0BD-C020-4B78-A7F8-5D27D9535FDC}" dt="2025-07-21T10:46:40.477" v="554" actId="478"/>
          <ac:spMkLst>
            <pc:docMk/>
            <pc:sldMk cId="3423786460" sldId="330"/>
            <ac:spMk id="2141" creationId="{86564486-7AB4-CC85-7B58-6FD1AFEAB292}"/>
          </ac:spMkLst>
        </pc:spChg>
        <pc:spChg chg="del">
          <ac:chgData name="RIDHAM PANSARA" userId="999680b978de5486" providerId="LiveId" clId="{3A62E0BD-C020-4B78-A7F8-5D27D9535FDC}" dt="2025-07-21T10:46:40.477" v="554" actId="478"/>
          <ac:spMkLst>
            <pc:docMk/>
            <pc:sldMk cId="3423786460" sldId="330"/>
            <ac:spMk id="2143" creationId="{A11FD7A2-870D-5215-924A-ADA3AE8171CD}"/>
          </ac:spMkLst>
        </pc:spChg>
        <pc:spChg chg="del">
          <ac:chgData name="RIDHAM PANSARA" userId="999680b978de5486" providerId="LiveId" clId="{3A62E0BD-C020-4B78-A7F8-5D27D9535FDC}" dt="2025-07-21T10:46:40.477" v="554" actId="478"/>
          <ac:spMkLst>
            <pc:docMk/>
            <pc:sldMk cId="3423786460" sldId="330"/>
            <ac:spMk id="2145" creationId="{8FD0BDF2-7A8C-CEC3-2FC8-EB47087769EF}"/>
          </ac:spMkLst>
        </pc:spChg>
        <pc:spChg chg="del">
          <ac:chgData name="RIDHAM PANSARA" userId="999680b978de5486" providerId="LiveId" clId="{3A62E0BD-C020-4B78-A7F8-5D27D9535FDC}" dt="2025-07-21T10:46:40.477" v="554" actId="478"/>
          <ac:spMkLst>
            <pc:docMk/>
            <pc:sldMk cId="3423786460" sldId="330"/>
            <ac:spMk id="2146" creationId="{C348A431-9932-6952-C9AA-6472959082F2}"/>
          </ac:spMkLst>
        </pc:spChg>
        <pc:spChg chg="del">
          <ac:chgData name="RIDHAM PANSARA" userId="999680b978de5486" providerId="LiveId" clId="{3A62E0BD-C020-4B78-A7F8-5D27D9535FDC}" dt="2025-07-21T10:46:35.633" v="553" actId="478"/>
          <ac:spMkLst>
            <pc:docMk/>
            <pc:sldMk cId="3423786460" sldId="330"/>
            <ac:spMk id="2147" creationId="{39CAF636-662B-2BB6-C5B8-23DBFD2F5B12}"/>
          </ac:spMkLst>
        </pc:spChg>
        <pc:spChg chg="del">
          <ac:chgData name="RIDHAM PANSARA" userId="999680b978de5486" providerId="LiveId" clId="{3A62E0BD-C020-4B78-A7F8-5D27D9535FDC}" dt="2025-07-21T10:46:35.633" v="553" actId="478"/>
          <ac:spMkLst>
            <pc:docMk/>
            <pc:sldMk cId="3423786460" sldId="330"/>
            <ac:spMk id="2148" creationId="{64EFF137-3085-B58F-5490-EC9194918332}"/>
          </ac:spMkLst>
        </pc:spChg>
        <pc:spChg chg="del">
          <ac:chgData name="RIDHAM PANSARA" userId="999680b978de5486" providerId="LiveId" clId="{3A62E0BD-C020-4B78-A7F8-5D27D9535FDC}" dt="2025-07-21T10:46:35.633" v="553" actId="478"/>
          <ac:spMkLst>
            <pc:docMk/>
            <pc:sldMk cId="3423786460" sldId="330"/>
            <ac:spMk id="2149" creationId="{93F9420C-00DB-53BE-9627-70E38840FC22}"/>
          </ac:spMkLst>
        </pc:spChg>
        <pc:spChg chg="del">
          <ac:chgData name="RIDHAM PANSARA" userId="999680b978de5486" providerId="LiveId" clId="{3A62E0BD-C020-4B78-A7F8-5D27D9535FDC}" dt="2025-07-21T10:46:35.633" v="553" actId="478"/>
          <ac:spMkLst>
            <pc:docMk/>
            <pc:sldMk cId="3423786460" sldId="330"/>
            <ac:spMk id="2150" creationId="{76CADDE4-3118-FA44-07AC-6C93E01A0DDF}"/>
          </ac:spMkLst>
        </pc:spChg>
        <pc:grpChg chg="mod">
          <ac:chgData name="RIDHAM PANSARA" userId="999680b978de5486" providerId="LiveId" clId="{3A62E0BD-C020-4B78-A7F8-5D27D9535FDC}" dt="2025-07-21T10:47:10.563" v="557" actId="14100"/>
          <ac:grpSpMkLst>
            <pc:docMk/>
            <pc:sldMk cId="3423786460" sldId="330"/>
            <ac:grpSpMk id="1896" creationId="{51E53630-14D6-0087-7220-FFFD73D8608A}"/>
          </ac:grpSpMkLst>
        </pc:grpChg>
        <pc:grpChg chg="del">
          <ac:chgData name="RIDHAM PANSARA" userId="999680b978de5486" providerId="LiveId" clId="{3A62E0BD-C020-4B78-A7F8-5D27D9535FDC}" dt="2025-07-21T10:46:35.633" v="553" actId="478"/>
          <ac:grpSpMkLst>
            <pc:docMk/>
            <pc:sldMk cId="3423786460" sldId="330"/>
            <ac:grpSpMk id="2106" creationId="{900DA246-8460-C191-7351-EE191243A55A}"/>
          </ac:grpSpMkLst>
        </pc:grpChg>
        <pc:grpChg chg="del">
          <ac:chgData name="RIDHAM PANSARA" userId="999680b978de5486" providerId="LiveId" clId="{3A62E0BD-C020-4B78-A7F8-5D27D9535FDC}" dt="2025-07-21T10:46:35.633" v="553" actId="478"/>
          <ac:grpSpMkLst>
            <pc:docMk/>
            <pc:sldMk cId="3423786460" sldId="330"/>
            <ac:grpSpMk id="2114" creationId="{9A2C2409-8387-46BE-E281-C5A2FEA0C18C}"/>
          </ac:grpSpMkLst>
        </pc:grpChg>
      </pc:sldChg>
      <pc:sldChg chg="addSp delSp modSp add mod ord">
        <pc:chgData name="RIDHAM PANSARA" userId="999680b978de5486" providerId="LiveId" clId="{3A62E0BD-C020-4B78-A7F8-5D27D9535FDC}" dt="2025-07-21T11:08:19.306" v="640" actId="1076"/>
        <pc:sldMkLst>
          <pc:docMk/>
          <pc:sldMk cId="2944886041" sldId="331"/>
        </pc:sldMkLst>
        <pc:spChg chg="mod">
          <ac:chgData name="RIDHAM PANSARA" userId="999680b978de5486" providerId="LiveId" clId="{3A62E0BD-C020-4B78-A7F8-5D27D9535FDC}" dt="2025-07-21T11:08:06.098" v="639" actId="1076"/>
          <ac:spMkLst>
            <pc:docMk/>
            <pc:sldMk cId="2944886041" sldId="331"/>
            <ac:spMk id="2" creationId="{BBF3E081-8EE8-1E3D-F233-09997E00B79E}"/>
          </ac:spMkLst>
        </pc:spChg>
        <pc:spChg chg="mod">
          <ac:chgData name="RIDHAM PANSARA" userId="999680b978de5486" providerId="LiveId" clId="{3A62E0BD-C020-4B78-A7F8-5D27D9535FDC}" dt="2025-07-21T11:08:19.306" v="640" actId="1076"/>
          <ac:spMkLst>
            <pc:docMk/>
            <pc:sldMk cId="2944886041" sldId="331"/>
            <ac:spMk id="2241" creationId="{C81B76FF-95E7-31F4-3BAC-3D9247BE472B}"/>
          </ac:spMkLst>
        </pc:spChg>
        <pc:graphicFrameChg chg="add del modGraphic">
          <ac:chgData name="RIDHAM PANSARA" userId="999680b978de5486" providerId="LiveId" clId="{3A62E0BD-C020-4B78-A7F8-5D27D9535FDC}" dt="2025-07-21T11:07:46.092" v="637" actId="478"/>
          <ac:graphicFrameMkLst>
            <pc:docMk/>
            <pc:sldMk cId="2944886041" sldId="331"/>
            <ac:graphicFrameMk id="4" creationId="{FA99493E-BF1B-7089-DF9A-9B0AD9A46ABC}"/>
          </ac:graphicFrameMkLst>
        </pc:graphicFrameChg>
      </pc:sldChg>
      <pc:sldMasterChg chg="delSldLayout">
        <pc:chgData name="RIDHAM PANSARA" userId="999680b978de5486" providerId="LiveId" clId="{3A62E0BD-C020-4B78-A7F8-5D27D9535FDC}" dt="2025-07-21T11:10:02.069" v="700" actId="47"/>
        <pc:sldMasterMkLst>
          <pc:docMk/>
          <pc:sldMasterMk cId="0" sldId="2147483680"/>
        </pc:sldMasterMkLst>
        <pc:sldLayoutChg chg="del">
          <pc:chgData name="RIDHAM PANSARA" userId="999680b978de5486" providerId="LiveId" clId="{3A62E0BD-C020-4B78-A7F8-5D27D9535FDC}" dt="2025-07-21T11:09:41.279" v="672" actId="47"/>
          <pc:sldLayoutMkLst>
            <pc:docMk/>
            <pc:sldMasterMk cId="0" sldId="2147483680"/>
            <pc:sldLayoutMk cId="0" sldId="2147483649"/>
          </pc:sldLayoutMkLst>
        </pc:sldLayoutChg>
        <pc:sldLayoutChg chg="del">
          <pc:chgData name="RIDHAM PANSARA" userId="999680b978de5486" providerId="LiveId" clId="{3A62E0BD-C020-4B78-A7F8-5D27D9535FDC}" dt="2025-07-21T11:09:59.375" v="696" actId="47"/>
          <pc:sldLayoutMkLst>
            <pc:docMk/>
            <pc:sldMasterMk cId="0" sldId="2147483680"/>
            <pc:sldLayoutMk cId="0" sldId="2147483651"/>
          </pc:sldLayoutMkLst>
        </pc:sldLayoutChg>
        <pc:sldLayoutChg chg="del">
          <pc:chgData name="RIDHAM PANSARA" userId="999680b978de5486" providerId="LiveId" clId="{3A62E0BD-C020-4B78-A7F8-5D27D9535FDC}" dt="2025-07-21T11:09:47.927" v="680" actId="47"/>
          <pc:sldLayoutMkLst>
            <pc:docMk/>
            <pc:sldMasterMk cId="0" sldId="2147483680"/>
            <pc:sldLayoutMk cId="0" sldId="2147483654"/>
          </pc:sldLayoutMkLst>
        </pc:sldLayoutChg>
        <pc:sldLayoutChg chg="del">
          <pc:chgData name="RIDHAM PANSARA" userId="999680b978de5486" providerId="LiveId" clId="{3A62E0BD-C020-4B78-A7F8-5D27D9535FDC}" dt="2025-07-21T11:09:54.474" v="690" actId="47"/>
          <pc:sldLayoutMkLst>
            <pc:docMk/>
            <pc:sldMasterMk cId="0" sldId="2147483680"/>
            <pc:sldLayoutMk cId="0" sldId="2147483657"/>
          </pc:sldLayoutMkLst>
        </pc:sldLayoutChg>
        <pc:sldLayoutChg chg="del">
          <pc:chgData name="RIDHAM PANSARA" userId="999680b978de5486" providerId="LiveId" clId="{3A62E0BD-C020-4B78-A7F8-5D27D9535FDC}" dt="2025-07-21T11:09:52.085" v="686" actId="47"/>
          <pc:sldLayoutMkLst>
            <pc:docMk/>
            <pc:sldMasterMk cId="0" sldId="2147483680"/>
            <pc:sldLayoutMk cId="0" sldId="2147483662"/>
          </pc:sldLayoutMkLst>
        </pc:sldLayoutChg>
        <pc:sldLayoutChg chg="del">
          <pc:chgData name="RIDHAM PANSARA" userId="999680b978de5486" providerId="LiveId" clId="{3A62E0BD-C020-4B78-A7F8-5D27D9535FDC}" dt="2025-07-21T11:09:52.721" v="687" actId="47"/>
          <pc:sldLayoutMkLst>
            <pc:docMk/>
            <pc:sldMasterMk cId="0" sldId="2147483680"/>
            <pc:sldLayoutMk cId="0" sldId="2147483663"/>
          </pc:sldLayoutMkLst>
        </pc:sldLayoutChg>
        <pc:sldLayoutChg chg="del">
          <pc:chgData name="RIDHAM PANSARA" userId="999680b978de5486" providerId="LiveId" clId="{3A62E0BD-C020-4B78-A7F8-5D27D9535FDC}" dt="2025-07-21T11:09:55.675" v="692" actId="47"/>
          <pc:sldLayoutMkLst>
            <pc:docMk/>
            <pc:sldMasterMk cId="0" sldId="2147483680"/>
            <pc:sldLayoutMk cId="0" sldId="2147483664"/>
          </pc:sldLayoutMkLst>
        </pc:sldLayoutChg>
        <pc:sldLayoutChg chg="del">
          <pc:chgData name="RIDHAM PANSARA" userId="999680b978de5486" providerId="LiveId" clId="{3A62E0BD-C020-4B78-A7F8-5D27D9535FDC}" dt="2025-07-21T11:10:00.608" v="698" actId="47"/>
          <pc:sldLayoutMkLst>
            <pc:docMk/>
            <pc:sldMasterMk cId="0" sldId="2147483680"/>
            <pc:sldLayoutMk cId="0" sldId="2147483665"/>
          </pc:sldLayoutMkLst>
        </pc:sldLayoutChg>
        <pc:sldLayoutChg chg="del">
          <pc:chgData name="RIDHAM PANSARA" userId="999680b978de5486" providerId="LiveId" clId="{3A62E0BD-C020-4B78-A7F8-5D27D9535FDC}" dt="2025-07-21T11:09:53.279" v="688" actId="47"/>
          <pc:sldLayoutMkLst>
            <pc:docMk/>
            <pc:sldMasterMk cId="0" sldId="2147483680"/>
            <pc:sldLayoutMk cId="0" sldId="2147483667"/>
          </pc:sldLayoutMkLst>
        </pc:sldLayoutChg>
        <pc:sldLayoutChg chg="del">
          <pc:chgData name="RIDHAM PANSARA" userId="999680b978de5486" providerId="LiveId" clId="{3A62E0BD-C020-4B78-A7F8-5D27D9535FDC}" dt="2025-07-21T11:09:53.881" v="689" actId="47"/>
          <pc:sldLayoutMkLst>
            <pc:docMk/>
            <pc:sldMasterMk cId="0" sldId="2147483680"/>
            <pc:sldLayoutMk cId="0" sldId="2147483668"/>
          </pc:sldLayoutMkLst>
        </pc:sldLayoutChg>
        <pc:sldLayoutChg chg="del">
          <pc:chgData name="RIDHAM PANSARA" userId="999680b978de5486" providerId="LiveId" clId="{3A62E0BD-C020-4B78-A7F8-5D27D9535FDC}" dt="2025-07-21T11:09:56.791" v="693" actId="47"/>
          <pc:sldLayoutMkLst>
            <pc:docMk/>
            <pc:sldMasterMk cId="0" sldId="2147483680"/>
            <pc:sldLayoutMk cId="0" sldId="2147483671"/>
          </pc:sldLayoutMkLst>
        </pc:sldLayoutChg>
        <pc:sldLayoutChg chg="del">
          <pc:chgData name="RIDHAM PANSARA" userId="999680b978de5486" providerId="LiveId" clId="{3A62E0BD-C020-4B78-A7F8-5D27D9535FDC}" dt="2025-07-21T11:09:51.577" v="685" actId="47"/>
          <pc:sldLayoutMkLst>
            <pc:docMk/>
            <pc:sldMasterMk cId="0" sldId="2147483680"/>
            <pc:sldLayoutMk cId="0" sldId="2147483677"/>
          </pc:sldLayoutMkLst>
        </pc:sldLayoutChg>
        <pc:sldLayoutChg chg="del">
          <pc:chgData name="RIDHAM PANSARA" userId="999680b978de5486" providerId="LiveId" clId="{3A62E0BD-C020-4B78-A7F8-5D27D9535FDC}" dt="2025-07-21T11:10:02.069" v="700" actId="47"/>
          <pc:sldLayoutMkLst>
            <pc:docMk/>
            <pc:sldMasterMk cId="0" sldId="2147483680"/>
            <pc:sldLayoutMk cId="0" sldId="2147483678"/>
          </pc:sldLayoutMkLst>
        </pc:sldLayoutChg>
      </pc:sldMasterChg>
      <pc:sldMasterChg chg="del delSldLayout">
        <pc:chgData name="RIDHAM PANSARA" userId="999680b978de5486" providerId="LiveId" clId="{3A62E0BD-C020-4B78-A7F8-5D27D9535FDC}" dt="2025-07-21T11:10:15.722" v="717" actId="47"/>
        <pc:sldMasterMkLst>
          <pc:docMk/>
          <pc:sldMasterMk cId="0" sldId="2147483681"/>
        </pc:sldMasterMkLst>
        <pc:sldLayoutChg chg="del">
          <pc:chgData name="RIDHAM PANSARA" userId="999680b978de5486" providerId="LiveId" clId="{3A62E0BD-C020-4B78-A7F8-5D27D9535FDC}" dt="2025-07-21T11:10:15.722" v="717" actId="47"/>
          <pc:sldLayoutMkLst>
            <pc:docMk/>
            <pc:sldMasterMk cId="0" sldId="2147483681"/>
            <pc:sldLayoutMk cId="0" sldId="214748367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0">
          <a:extLst>
            <a:ext uri="{FF2B5EF4-FFF2-40B4-BE49-F238E27FC236}">
              <a16:creationId xmlns:a16="http://schemas.microsoft.com/office/drawing/2014/main" id="{13BFD913-1797-0C50-37B0-1988E21BC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804e9800b4_0_1360:notes">
            <a:extLst>
              <a:ext uri="{FF2B5EF4-FFF2-40B4-BE49-F238E27FC236}">
                <a16:creationId xmlns:a16="http://schemas.microsoft.com/office/drawing/2014/main" id="{8222C220-3A3F-CFF0-5332-D86E1AC08E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804e9800b4_0_1360:notes">
            <a:extLst>
              <a:ext uri="{FF2B5EF4-FFF2-40B4-BE49-F238E27FC236}">
                <a16:creationId xmlns:a16="http://schemas.microsoft.com/office/drawing/2014/main" id="{27E12FBD-2AB2-1F69-1111-EBD6DB5846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5912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9">
          <a:extLst>
            <a:ext uri="{FF2B5EF4-FFF2-40B4-BE49-F238E27FC236}">
              <a16:creationId xmlns:a16="http://schemas.microsoft.com/office/drawing/2014/main" id="{87C6643E-1A43-993D-A5D8-B7BE999B8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g804e9800b4_0_1151:notes">
            <a:extLst>
              <a:ext uri="{FF2B5EF4-FFF2-40B4-BE49-F238E27FC236}">
                <a16:creationId xmlns:a16="http://schemas.microsoft.com/office/drawing/2014/main" id="{17E2E719-17F1-27E6-3885-E7578FD153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1" name="Google Shape;2181;g804e9800b4_0_1151:notes">
            <a:extLst>
              <a:ext uri="{FF2B5EF4-FFF2-40B4-BE49-F238E27FC236}">
                <a16:creationId xmlns:a16="http://schemas.microsoft.com/office/drawing/2014/main" id="{8C1CE841-3439-40DF-350E-DC2D883842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30739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9">
          <a:extLst>
            <a:ext uri="{FF2B5EF4-FFF2-40B4-BE49-F238E27FC236}">
              <a16:creationId xmlns:a16="http://schemas.microsoft.com/office/drawing/2014/main" id="{89787F01-2F66-0093-C9F8-B610EC58E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g804e9800b4_0_1151:notes">
            <a:extLst>
              <a:ext uri="{FF2B5EF4-FFF2-40B4-BE49-F238E27FC236}">
                <a16:creationId xmlns:a16="http://schemas.microsoft.com/office/drawing/2014/main" id="{E44E3178-00E1-2615-C010-484100FE8F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1" name="Google Shape;2181;g804e9800b4_0_1151:notes">
            <a:extLst>
              <a:ext uri="{FF2B5EF4-FFF2-40B4-BE49-F238E27FC236}">
                <a16:creationId xmlns:a16="http://schemas.microsoft.com/office/drawing/2014/main" id="{A7F0933E-6FF7-D1F1-DE79-E9D658FC68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45969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6">
          <a:extLst>
            <a:ext uri="{FF2B5EF4-FFF2-40B4-BE49-F238E27FC236}">
              <a16:creationId xmlns:a16="http://schemas.microsoft.com/office/drawing/2014/main" id="{1AEAAD12-150F-3B35-830A-DDD36AFD3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g86fa6133bc_4_21157:notes">
            <a:extLst>
              <a:ext uri="{FF2B5EF4-FFF2-40B4-BE49-F238E27FC236}">
                <a16:creationId xmlns:a16="http://schemas.microsoft.com/office/drawing/2014/main" id="{9A33B363-67B8-B324-58B6-F9AE4E421F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8" name="Google Shape;1888;g86fa6133bc_4_21157:notes">
            <a:extLst>
              <a:ext uri="{FF2B5EF4-FFF2-40B4-BE49-F238E27FC236}">
                <a16:creationId xmlns:a16="http://schemas.microsoft.com/office/drawing/2014/main" id="{FBE75267-3A84-7214-0A0C-521F891DED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6152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>
          <a:extLst>
            <a:ext uri="{FF2B5EF4-FFF2-40B4-BE49-F238E27FC236}">
              <a16:creationId xmlns:a16="http://schemas.microsoft.com/office/drawing/2014/main" id="{372F2859-FA0B-E034-AC3F-E10EF0D8B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>
            <a:extLst>
              <a:ext uri="{FF2B5EF4-FFF2-40B4-BE49-F238E27FC236}">
                <a16:creationId xmlns:a16="http://schemas.microsoft.com/office/drawing/2014/main" id="{75A3869B-CEB9-4EE9-C21E-54A15DBB8C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>
            <a:extLst>
              <a:ext uri="{FF2B5EF4-FFF2-40B4-BE49-F238E27FC236}">
                <a16:creationId xmlns:a16="http://schemas.microsoft.com/office/drawing/2014/main" id="{4C0B6A73-2BDE-D4E9-26C0-9BC133576A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62159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>
          <a:extLst>
            <a:ext uri="{FF2B5EF4-FFF2-40B4-BE49-F238E27FC236}">
              <a16:creationId xmlns:a16="http://schemas.microsoft.com/office/drawing/2014/main" id="{5A482149-0225-C8B5-F785-DC883BF7B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>
            <a:extLst>
              <a:ext uri="{FF2B5EF4-FFF2-40B4-BE49-F238E27FC236}">
                <a16:creationId xmlns:a16="http://schemas.microsoft.com/office/drawing/2014/main" id="{93E7F1C3-9544-C0F1-06A4-02A8C6FBBF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>
            <a:extLst>
              <a:ext uri="{FF2B5EF4-FFF2-40B4-BE49-F238E27FC236}">
                <a16:creationId xmlns:a16="http://schemas.microsoft.com/office/drawing/2014/main" id="{6735825B-1A3F-ADEF-3EF5-85AE85F684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3311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>
          <a:extLst>
            <a:ext uri="{FF2B5EF4-FFF2-40B4-BE49-F238E27FC236}">
              <a16:creationId xmlns:a16="http://schemas.microsoft.com/office/drawing/2014/main" id="{868725C1-E708-AF56-BBCE-12CB32048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>
            <a:extLst>
              <a:ext uri="{FF2B5EF4-FFF2-40B4-BE49-F238E27FC236}">
                <a16:creationId xmlns:a16="http://schemas.microsoft.com/office/drawing/2014/main" id="{EBD998BB-1D7E-6796-03EC-5C096EF9F6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>
            <a:extLst>
              <a:ext uri="{FF2B5EF4-FFF2-40B4-BE49-F238E27FC236}">
                <a16:creationId xmlns:a16="http://schemas.microsoft.com/office/drawing/2014/main" id="{BC15B149-209C-3BCC-0B98-F2C39ABD9F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82560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8">
          <a:extLst>
            <a:ext uri="{FF2B5EF4-FFF2-40B4-BE49-F238E27FC236}">
              <a16:creationId xmlns:a16="http://schemas.microsoft.com/office/drawing/2014/main" id="{FF83380F-03E0-9926-AA2C-4803AF0A4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g804e9800b4_0_1104:notes">
            <a:extLst>
              <a:ext uri="{FF2B5EF4-FFF2-40B4-BE49-F238E27FC236}">
                <a16:creationId xmlns:a16="http://schemas.microsoft.com/office/drawing/2014/main" id="{DB5A9AA6-0331-6828-9B27-7E2FF6CB45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0" name="Google Shape;2160;g804e9800b4_0_1104:notes">
            <a:extLst>
              <a:ext uri="{FF2B5EF4-FFF2-40B4-BE49-F238E27FC236}">
                <a16:creationId xmlns:a16="http://schemas.microsoft.com/office/drawing/2014/main" id="{7FB35240-24BC-2ED9-ACAA-8E528D8FC6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70168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>
          <a:extLst>
            <a:ext uri="{FF2B5EF4-FFF2-40B4-BE49-F238E27FC236}">
              <a16:creationId xmlns:a16="http://schemas.microsoft.com/office/drawing/2014/main" id="{05A3A407-A648-E16D-A515-E88BD3D7E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86fa6133bc_4_21599:notes">
            <a:extLst>
              <a:ext uri="{FF2B5EF4-FFF2-40B4-BE49-F238E27FC236}">
                <a16:creationId xmlns:a16="http://schemas.microsoft.com/office/drawing/2014/main" id="{BB2103EC-6963-EAA7-9AC5-73770119C4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86fa6133bc_4_21599:notes">
            <a:extLst>
              <a:ext uri="{FF2B5EF4-FFF2-40B4-BE49-F238E27FC236}">
                <a16:creationId xmlns:a16="http://schemas.microsoft.com/office/drawing/2014/main" id="{9D9B84A8-A8BC-BC86-17E2-98338B7940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78981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>
          <a:extLst>
            <a:ext uri="{FF2B5EF4-FFF2-40B4-BE49-F238E27FC236}">
              <a16:creationId xmlns:a16="http://schemas.microsoft.com/office/drawing/2014/main" id="{A238EDA4-4314-31BE-043C-3EF962342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8714a43093_3_689:notes">
            <a:extLst>
              <a:ext uri="{FF2B5EF4-FFF2-40B4-BE49-F238E27FC236}">
                <a16:creationId xmlns:a16="http://schemas.microsoft.com/office/drawing/2014/main" id="{73C11B1F-5CC6-8C7C-AD98-816437EF58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8714a43093_3_689:notes">
            <a:extLst>
              <a:ext uri="{FF2B5EF4-FFF2-40B4-BE49-F238E27FC236}">
                <a16:creationId xmlns:a16="http://schemas.microsoft.com/office/drawing/2014/main" id="{4C067D9A-F0D0-C3E3-F7D9-4F38486110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59570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2">
          <a:extLst>
            <a:ext uri="{FF2B5EF4-FFF2-40B4-BE49-F238E27FC236}">
              <a16:creationId xmlns:a16="http://schemas.microsoft.com/office/drawing/2014/main" id="{89484C29-3BA1-A808-0904-A245B6AD0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g8714a43093_3_689:notes">
            <a:extLst>
              <a:ext uri="{FF2B5EF4-FFF2-40B4-BE49-F238E27FC236}">
                <a16:creationId xmlns:a16="http://schemas.microsoft.com/office/drawing/2014/main" id="{614B1F48-E40C-DAED-2C2D-18E41FA85C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4" name="Google Shape;2324;g8714a43093_3_689:notes">
            <a:extLst>
              <a:ext uri="{FF2B5EF4-FFF2-40B4-BE49-F238E27FC236}">
                <a16:creationId xmlns:a16="http://schemas.microsoft.com/office/drawing/2014/main" id="{78D2A524-68F3-99D3-F2DA-BE3658E594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3370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6">
          <a:extLst>
            <a:ext uri="{FF2B5EF4-FFF2-40B4-BE49-F238E27FC236}">
              <a16:creationId xmlns:a16="http://schemas.microsoft.com/office/drawing/2014/main" id="{43B91EB4-D52B-3D98-298C-D78FF49C1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7" name="Google Shape;2617;g8714a43093_5_584:notes">
            <a:extLst>
              <a:ext uri="{FF2B5EF4-FFF2-40B4-BE49-F238E27FC236}">
                <a16:creationId xmlns:a16="http://schemas.microsoft.com/office/drawing/2014/main" id="{B38AB0F7-A679-C692-6C70-FE2EA6669F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8" name="Google Shape;2618;g8714a43093_5_584:notes">
            <a:extLst>
              <a:ext uri="{FF2B5EF4-FFF2-40B4-BE49-F238E27FC236}">
                <a16:creationId xmlns:a16="http://schemas.microsoft.com/office/drawing/2014/main" id="{49A81381-D6FD-2A62-4231-BB41679C07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10729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5">
          <a:extLst>
            <a:ext uri="{FF2B5EF4-FFF2-40B4-BE49-F238E27FC236}">
              <a16:creationId xmlns:a16="http://schemas.microsoft.com/office/drawing/2014/main" id="{99CB7492-410E-8189-4554-5BDE38368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Google Shape;2636;g8714a43093_1_119:notes">
            <a:extLst>
              <a:ext uri="{FF2B5EF4-FFF2-40B4-BE49-F238E27FC236}">
                <a16:creationId xmlns:a16="http://schemas.microsoft.com/office/drawing/2014/main" id="{784182B6-E10F-F12C-2255-F41E290042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7" name="Google Shape;2637;g8714a43093_1_119:notes">
            <a:extLst>
              <a:ext uri="{FF2B5EF4-FFF2-40B4-BE49-F238E27FC236}">
                <a16:creationId xmlns:a16="http://schemas.microsoft.com/office/drawing/2014/main" id="{54B85C6E-7F89-DCA8-2676-9FC1B9F7F9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45361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9">
          <a:extLst>
            <a:ext uri="{FF2B5EF4-FFF2-40B4-BE49-F238E27FC236}">
              <a16:creationId xmlns:a16="http://schemas.microsoft.com/office/drawing/2014/main" id="{EEE8B6B7-B1A1-8126-99F3-E7D29CE23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0" name="Google Shape;3510;g8714a43093_3_1506:notes">
            <a:extLst>
              <a:ext uri="{FF2B5EF4-FFF2-40B4-BE49-F238E27FC236}">
                <a16:creationId xmlns:a16="http://schemas.microsoft.com/office/drawing/2014/main" id="{3ADF74C2-F9C8-88D3-105D-3827DB3044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1" name="Google Shape;3511;g8714a43093_3_1506:notes">
            <a:extLst>
              <a:ext uri="{FF2B5EF4-FFF2-40B4-BE49-F238E27FC236}">
                <a16:creationId xmlns:a16="http://schemas.microsoft.com/office/drawing/2014/main" id="{9B346310-067E-EF57-EAF5-B7F9BD2B4A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86091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9">
          <a:extLst>
            <a:ext uri="{FF2B5EF4-FFF2-40B4-BE49-F238E27FC236}">
              <a16:creationId xmlns:a16="http://schemas.microsoft.com/office/drawing/2014/main" id="{41A5DED9-8D1C-CB18-DAC4-65803FCC5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0" name="Google Shape;3510;g8714a43093_3_1506:notes">
            <a:extLst>
              <a:ext uri="{FF2B5EF4-FFF2-40B4-BE49-F238E27FC236}">
                <a16:creationId xmlns:a16="http://schemas.microsoft.com/office/drawing/2014/main" id="{B2C313E5-C7BD-85BE-F0FD-FF05A3EC08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1" name="Google Shape;3511;g8714a43093_3_1506:notes">
            <a:extLst>
              <a:ext uri="{FF2B5EF4-FFF2-40B4-BE49-F238E27FC236}">
                <a16:creationId xmlns:a16="http://schemas.microsoft.com/office/drawing/2014/main" id="{E26C996C-F397-4C3C-CC0F-6C029FD329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29806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>
          <a:extLst>
            <a:ext uri="{FF2B5EF4-FFF2-40B4-BE49-F238E27FC236}">
              <a16:creationId xmlns:a16="http://schemas.microsoft.com/office/drawing/2014/main" id="{70D88E37-BA93-0A03-5F68-E24DD3EE1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>
            <a:extLst>
              <a:ext uri="{FF2B5EF4-FFF2-40B4-BE49-F238E27FC236}">
                <a16:creationId xmlns:a16="http://schemas.microsoft.com/office/drawing/2014/main" id="{D7C8D500-8FE4-6E9F-4BD2-AC682A4A8F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>
            <a:extLst>
              <a:ext uri="{FF2B5EF4-FFF2-40B4-BE49-F238E27FC236}">
                <a16:creationId xmlns:a16="http://schemas.microsoft.com/office/drawing/2014/main" id="{73BABBD8-BB95-6B23-274A-17656D1024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87684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7">
          <a:extLst>
            <a:ext uri="{FF2B5EF4-FFF2-40B4-BE49-F238E27FC236}">
              <a16:creationId xmlns:a16="http://schemas.microsoft.com/office/drawing/2014/main" id="{393A7738-8125-5384-B24C-0F647D85F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g86fa6133bc_4_126:notes">
            <a:extLst>
              <a:ext uri="{FF2B5EF4-FFF2-40B4-BE49-F238E27FC236}">
                <a16:creationId xmlns:a16="http://schemas.microsoft.com/office/drawing/2014/main" id="{D8221408-4D52-3E84-AC92-F4DA1208B5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9" name="Google Shape;2239;g86fa6133bc_4_126:notes">
            <a:extLst>
              <a:ext uri="{FF2B5EF4-FFF2-40B4-BE49-F238E27FC236}">
                <a16:creationId xmlns:a16="http://schemas.microsoft.com/office/drawing/2014/main" id="{22F004AE-BE32-B31D-799E-959AEE9B45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554133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0">
          <a:extLst>
            <a:ext uri="{FF2B5EF4-FFF2-40B4-BE49-F238E27FC236}">
              <a16:creationId xmlns:a16="http://schemas.microsoft.com/office/drawing/2014/main" id="{F7891734-9DB1-BF91-E211-EC9A84206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Google Shape;2221;g804e9800b4_0_1360:notes">
            <a:extLst>
              <a:ext uri="{FF2B5EF4-FFF2-40B4-BE49-F238E27FC236}">
                <a16:creationId xmlns:a16="http://schemas.microsoft.com/office/drawing/2014/main" id="{3AC62747-8425-FF0F-147D-AA2E0D9774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2" name="Google Shape;2222;g804e9800b4_0_1360:notes">
            <a:extLst>
              <a:ext uri="{FF2B5EF4-FFF2-40B4-BE49-F238E27FC236}">
                <a16:creationId xmlns:a16="http://schemas.microsoft.com/office/drawing/2014/main" id="{F4DBA1B3-5FC9-6889-6235-661228DB9E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50778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2">
          <a:extLst>
            <a:ext uri="{FF2B5EF4-FFF2-40B4-BE49-F238E27FC236}">
              <a16:creationId xmlns:a16="http://schemas.microsoft.com/office/drawing/2014/main" id="{D2976837-5384-00B0-74BD-F03FD18E1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g804e9800b4_0_831:notes">
            <a:extLst>
              <a:ext uri="{FF2B5EF4-FFF2-40B4-BE49-F238E27FC236}">
                <a16:creationId xmlns:a16="http://schemas.microsoft.com/office/drawing/2014/main" id="{5BD6F431-9620-BBE7-EA8E-4353FA6D12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4" name="Google Shape;1894;g804e9800b4_0_831:notes">
            <a:extLst>
              <a:ext uri="{FF2B5EF4-FFF2-40B4-BE49-F238E27FC236}">
                <a16:creationId xmlns:a16="http://schemas.microsoft.com/office/drawing/2014/main" id="{7B55052C-C07F-60A2-0A1F-6207290FCA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2088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5248656" y="2002536"/>
            <a:ext cx="3264300" cy="179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5248656" y="3721608"/>
            <a:ext cx="3264300" cy="8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10" name="Google Shape;10;p2"/>
          <p:cNvCxnSpPr/>
          <p:nvPr/>
        </p:nvCxnSpPr>
        <p:spPr>
          <a:xfrm flipH="1">
            <a:off x="5827050" y="451300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" name="Google Shape;11;p2"/>
          <p:cNvCxnSpPr/>
          <p:nvPr/>
        </p:nvCxnSpPr>
        <p:spPr>
          <a:xfrm rot="10800000">
            <a:off x="7512925" y="45785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8348975" y="-6625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>
            <a:off x="8064275" y="887850"/>
            <a:ext cx="581800" cy="582350"/>
            <a:chOff x="8064275" y="887850"/>
            <a:chExt cx="581800" cy="582350"/>
          </a:xfrm>
        </p:grpSpPr>
        <p:sp>
          <p:nvSpPr>
            <p:cNvPr id="14" name="Google Shape;14;p2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" name="Google Shape;20;p2"/>
          <p:cNvGrpSpPr/>
          <p:nvPr/>
        </p:nvGrpSpPr>
        <p:grpSpPr>
          <a:xfrm>
            <a:off x="7353050" y="316275"/>
            <a:ext cx="292025" cy="292575"/>
            <a:chOff x="7353050" y="316275"/>
            <a:chExt cx="292025" cy="292575"/>
          </a:xfrm>
        </p:grpSpPr>
        <p:sp>
          <p:nvSpPr>
            <p:cNvPr id="21" name="Google Shape;21;p2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/>
          <p:nvPr/>
        </p:nvSpPr>
        <p:spPr>
          <a:xfrm>
            <a:off x="5690580" y="425807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5688325" y="423275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5727069" y="46230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724827" y="459777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5766657" y="501884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5764415" y="499642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" name="Google Shape;31;p2"/>
          <p:cNvGrpSpPr/>
          <p:nvPr/>
        </p:nvGrpSpPr>
        <p:grpSpPr>
          <a:xfrm>
            <a:off x="5443350" y="289275"/>
            <a:ext cx="175013" cy="27000"/>
            <a:chOff x="5662375" y="212375"/>
            <a:chExt cx="175013" cy="27000"/>
          </a:xfrm>
        </p:grpSpPr>
        <p:sp>
          <p:nvSpPr>
            <p:cNvPr id="32" name="Google Shape;32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35;p2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36" name="Google Shape;36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>
            <a:off x="8068750" y="1581800"/>
            <a:ext cx="175013" cy="27000"/>
            <a:chOff x="5662375" y="212375"/>
            <a:chExt cx="175013" cy="27000"/>
          </a:xfrm>
        </p:grpSpPr>
        <p:sp>
          <p:nvSpPr>
            <p:cNvPr id="40" name="Google Shape;40;p2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subTitle" idx="1"/>
          </p:nvPr>
        </p:nvSpPr>
        <p:spPr>
          <a:xfrm>
            <a:off x="2167128" y="3054096"/>
            <a:ext cx="4809600" cy="11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111" name="Google Shape;111;p4"/>
          <p:cNvGrpSpPr/>
          <p:nvPr/>
        </p:nvGrpSpPr>
        <p:grpSpPr>
          <a:xfrm>
            <a:off x="4484494" y="4433000"/>
            <a:ext cx="175013" cy="27000"/>
            <a:chOff x="5662375" y="212375"/>
            <a:chExt cx="175013" cy="27000"/>
          </a:xfrm>
        </p:grpSpPr>
        <p:sp>
          <p:nvSpPr>
            <p:cNvPr id="112" name="Google Shape;112;p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4"/>
          <p:cNvSpPr txBox="1">
            <a:spLocks noGrp="1"/>
          </p:cNvSpPr>
          <p:nvPr>
            <p:ph type="title"/>
          </p:nvPr>
        </p:nvSpPr>
        <p:spPr>
          <a:xfrm>
            <a:off x="2167128" y="2478024"/>
            <a:ext cx="48096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6" name="Google Shape;116;p4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17" name="Google Shape;117;p4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8" name="Google Shape;118;p4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19" name="Google Shape;119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5" name="Google Shape;125;p4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26" name="Google Shape;126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" name="Google Shape;130;p4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31" name="Google Shape;131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35" name="Google Shape;135;p4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6" name="Google Shape;136;p4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37" name="Google Shape;137;p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" name="Google Shape;143;p4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4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9" name="Google Shape;149;p4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4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4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4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3" name="Google Shape;153;p4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54" name="Google Shape;154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7" name="Google Shape;157;p4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58" name="Google Shape;158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1" name="Google Shape;161;p4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62" name="Google Shape;162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" name="Google Shape;165;p4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66" name="Google Shape;166;p4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4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4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69" name="Google Shape;169;p4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4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1" name="Google Shape;171;p4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4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4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4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"/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44" name="Google Shape;244;p6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245" name="Google Shape;245;p6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6" name="Google Shape;246;p6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247" name="Google Shape;247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53;p6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8" name="Google Shape;258;p6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259" name="Google Shape;259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63" name="Google Shape;263;p6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64" name="Google Shape;264;p6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265" name="Google Shape;265;p6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6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6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6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6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6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1" name="Google Shape;271;p6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272" name="Google Shape;272;p6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6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6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6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" name="Google Shape;276;p6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277" name="Google Shape;277;p6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6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6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6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1" name="Google Shape;281;p6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282" name="Google Shape;282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5" name="Google Shape;285;p6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286" name="Google Shape;286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9" name="Google Shape;289;p6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290" name="Google Shape;290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3" name="Google Shape;293;p6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294" name="Google Shape;294;p6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6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6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297" name="Google Shape;297;p6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6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9" name="Google Shape;299;p6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6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6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6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7"/>
          <p:cNvSpPr txBox="1">
            <a:spLocks noGrp="1"/>
          </p:cNvSpPr>
          <p:nvPr>
            <p:ph type="subTitle" idx="1"/>
          </p:nvPr>
        </p:nvSpPr>
        <p:spPr>
          <a:xfrm>
            <a:off x="804672" y="1984248"/>
            <a:ext cx="32919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305" name="Google Shape;305;p7"/>
          <p:cNvSpPr txBox="1">
            <a:spLocks noGrp="1"/>
          </p:cNvSpPr>
          <p:nvPr>
            <p:ph type="title"/>
          </p:nvPr>
        </p:nvSpPr>
        <p:spPr>
          <a:xfrm>
            <a:off x="804672" y="3319272"/>
            <a:ext cx="3291900" cy="40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Barlow Semi Condensed Medium"/>
              <a:buNone/>
              <a:defRPr sz="16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cxnSp>
        <p:nvCxnSpPr>
          <p:cNvPr id="306" name="Google Shape;306;p7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7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7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9" name="Google Shape;309;p7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310" name="Google Shape;310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6" name="Google Shape;316;p7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317" name="Google Shape;317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1" name="Google Shape;321;p7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7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7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7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7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7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7" name="Google Shape;327;p7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328" name="Google Shape;328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1" name="Google Shape;331;p7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332" name="Google Shape;332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35" name="Google Shape;335;p7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336" name="Google Shape;336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339" name="Google Shape;339;p7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0" name="Google Shape;340;p7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1" name="Google Shape;341;p7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342" name="Google Shape;342;p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8" name="Google Shape;348;p7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349" name="Google Shape;349;p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3" name="Google Shape;353;p7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354" name="Google Shape;354;p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8" name="Google Shape;358;p7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359" name="Google Shape;359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7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363" name="Google Shape;363;p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9"/>
          <p:cNvSpPr txBox="1">
            <a:spLocks noGrp="1"/>
          </p:cNvSpPr>
          <p:nvPr>
            <p:ph type="title"/>
          </p:nvPr>
        </p:nvSpPr>
        <p:spPr>
          <a:xfrm>
            <a:off x="896112" y="2039112"/>
            <a:ext cx="3566100" cy="13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40" name="Google Shape;440;p9"/>
          <p:cNvSpPr txBox="1">
            <a:spLocks noGrp="1"/>
          </p:cNvSpPr>
          <p:nvPr>
            <p:ph type="body" idx="1"/>
          </p:nvPr>
        </p:nvSpPr>
        <p:spPr>
          <a:xfrm>
            <a:off x="4899150" y="821850"/>
            <a:ext cx="3096000" cy="34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●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○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Barlow Semi Condensed"/>
              <a:buChar char="■"/>
              <a:defRPr>
                <a:solidFill>
                  <a:schemeClr val="accent5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441" name="Google Shape;441;p9"/>
          <p:cNvCxnSpPr/>
          <p:nvPr/>
        </p:nvCxnSpPr>
        <p:spPr>
          <a:xfrm>
            <a:off x="1645925" y="5231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2" name="Google Shape;442;p9"/>
          <p:cNvCxnSpPr/>
          <p:nvPr/>
        </p:nvCxnSpPr>
        <p:spPr>
          <a:xfrm rot="10800000" flipH="1">
            <a:off x="803050" y="529675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3" name="Google Shape;443;p9"/>
          <p:cNvCxnSpPr/>
          <p:nvPr/>
        </p:nvCxnSpPr>
        <p:spPr>
          <a:xfrm>
            <a:off x="0" y="6520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44" name="Google Shape;444;p9"/>
          <p:cNvGrpSpPr/>
          <p:nvPr/>
        </p:nvGrpSpPr>
        <p:grpSpPr>
          <a:xfrm flipH="1">
            <a:off x="499400" y="959675"/>
            <a:ext cx="581800" cy="582350"/>
            <a:chOff x="8064275" y="887850"/>
            <a:chExt cx="581800" cy="582350"/>
          </a:xfrm>
        </p:grpSpPr>
        <p:sp>
          <p:nvSpPr>
            <p:cNvPr id="445" name="Google Shape;445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1" name="Google Shape;451;p9"/>
          <p:cNvGrpSpPr/>
          <p:nvPr/>
        </p:nvGrpSpPr>
        <p:grpSpPr>
          <a:xfrm flipH="1">
            <a:off x="1500400" y="388100"/>
            <a:ext cx="292025" cy="292575"/>
            <a:chOff x="7353050" y="316275"/>
            <a:chExt cx="292025" cy="292575"/>
          </a:xfrm>
        </p:grpSpPr>
        <p:sp>
          <p:nvSpPr>
            <p:cNvPr id="452" name="Google Shape;452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6" name="Google Shape;456;p9"/>
          <p:cNvSpPr/>
          <p:nvPr/>
        </p:nvSpPr>
        <p:spPr>
          <a:xfrm flipH="1">
            <a:off x="3166281" y="497632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9"/>
          <p:cNvSpPr/>
          <p:nvPr/>
        </p:nvSpPr>
        <p:spPr>
          <a:xfrm flipH="1">
            <a:off x="3164039" y="495100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9"/>
          <p:cNvSpPr/>
          <p:nvPr/>
        </p:nvSpPr>
        <p:spPr>
          <a:xfrm flipH="1">
            <a:off x="3202780" y="534134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9"/>
          <p:cNvSpPr/>
          <p:nvPr/>
        </p:nvSpPr>
        <p:spPr>
          <a:xfrm flipH="1">
            <a:off x="3200525" y="531602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9"/>
          <p:cNvSpPr/>
          <p:nvPr/>
        </p:nvSpPr>
        <p:spPr>
          <a:xfrm flipH="1">
            <a:off x="3242641" y="573709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9"/>
          <p:cNvSpPr/>
          <p:nvPr/>
        </p:nvSpPr>
        <p:spPr>
          <a:xfrm flipH="1">
            <a:off x="3240109" y="571467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2" name="Google Shape;462;p9"/>
          <p:cNvGrpSpPr/>
          <p:nvPr/>
        </p:nvGrpSpPr>
        <p:grpSpPr>
          <a:xfrm flipH="1">
            <a:off x="3527112" y="361100"/>
            <a:ext cx="175013" cy="27000"/>
            <a:chOff x="5662375" y="212375"/>
            <a:chExt cx="175013" cy="27000"/>
          </a:xfrm>
        </p:grpSpPr>
        <p:sp>
          <p:nvSpPr>
            <p:cNvPr id="463" name="Google Shape;463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6" name="Google Shape;466;p9"/>
          <p:cNvGrpSpPr/>
          <p:nvPr/>
        </p:nvGrpSpPr>
        <p:grpSpPr>
          <a:xfrm flipH="1">
            <a:off x="480412" y="242700"/>
            <a:ext cx="175013" cy="27000"/>
            <a:chOff x="5662375" y="212375"/>
            <a:chExt cx="175013" cy="27000"/>
          </a:xfrm>
        </p:grpSpPr>
        <p:sp>
          <p:nvSpPr>
            <p:cNvPr id="467" name="Google Shape;467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0" name="Google Shape;470;p9"/>
          <p:cNvGrpSpPr/>
          <p:nvPr/>
        </p:nvGrpSpPr>
        <p:grpSpPr>
          <a:xfrm flipH="1">
            <a:off x="901712" y="1653625"/>
            <a:ext cx="175013" cy="27000"/>
            <a:chOff x="5662375" y="212375"/>
            <a:chExt cx="175013" cy="27000"/>
          </a:xfrm>
        </p:grpSpPr>
        <p:sp>
          <p:nvSpPr>
            <p:cNvPr id="471" name="Google Shape;471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74" name="Google Shape;474;p9"/>
          <p:cNvCxnSpPr/>
          <p:nvPr/>
        </p:nvCxnSpPr>
        <p:spPr>
          <a:xfrm>
            <a:off x="791400" y="42124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5" name="Google Shape;475;p9"/>
          <p:cNvCxnSpPr/>
          <p:nvPr/>
        </p:nvCxnSpPr>
        <p:spPr>
          <a:xfrm rot="10800000" flipH="1">
            <a:off x="0" y="42204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476" name="Google Shape;476;p9"/>
          <p:cNvGrpSpPr/>
          <p:nvPr/>
        </p:nvGrpSpPr>
        <p:grpSpPr>
          <a:xfrm rot="10800000">
            <a:off x="499400" y="3940925"/>
            <a:ext cx="581800" cy="582350"/>
            <a:chOff x="8064275" y="887850"/>
            <a:chExt cx="581800" cy="582350"/>
          </a:xfrm>
        </p:grpSpPr>
        <p:sp>
          <p:nvSpPr>
            <p:cNvPr id="477" name="Google Shape;477;p9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9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9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9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9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9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9"/>
          <p:cNvGrpSpPr/>
          <p:nvPr/>
        </p:nvGrpSpPr>
        <p:grpSpPr>
          <a:xfrm rot="10800000">
            <a:off x="1819575" y="4586750"/>
            <a:ext cx="292025" cy="292575"/>
            <a:chOff x="7353050" y="316275"/>
            <a:chExt cx="292025" cy="292575"/>
          </a:xfrm>
        </p:grpSpPr>
        <p:sp>
          <p:nvSpPr>
            <p:cNvPr id="484" name="Google Shape;484;p9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9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9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9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8" name="Google Shape;488;p9"/>
          <p:cNvGrpSpPr/>
          <p:nvPr/>
        </p:nvGrpSpPr>
        <p:grpSpPr>
          <a:xfrm rot="10800000">
            <a:off x="212525" y="4645550"/>
            <a:ext cx="175000" cy="175000"/>
            <a:chOff x="8792300" y="321275"/>
            <a:chExt cx="175000" cy="175000"/>
          </a:xfrm>
        </p:grpSpPr>
        <p:sp>
          <p:nvSpPr>
            <p:cNvPr id="489" name="Google Shape;489;p9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9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9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9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9"/>
          <p:cNvGrpSpPr/>
          <p:nvPr/>
        </p:nvGrpSpPr>
        <p:grpSpPr>
          <a:xfrm rot="10800000">
            <a:off x="480412" y="4852325"/>
            <a:ext cx="175013" cy="27000"/>
            <a:chOff x="5662375" y="212375"/>
            <a:chExt cx="175013" cy="27000"/>
          </a:xfrm>
        </p:grpSpPr>
        <p:sp>
          <p:nvSpPr>
            <p:cNvPr id="494" name="Google Shape;494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9"/>
          <p:cNvGrpSpPr/>
          <p:nvPr/>
        </p:nvGrpSpPr>
        <p:grpSpPr>
          <a:xfrm rot="10800000">
            <a:off x="1054112" y="3898600"/>
            <a:ext cx="175013" cy="27000"/>
            <a:chOff x="5662375" y="212375"/>
            <a:chExt cx="175013" cy="27000"/>
          </a:xfrm>
        </p:grpSpPr>
        <p:sp>
          <p:nvSpPr>
            <p:cNvPr id="498" name="Google Shape;498;p9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9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9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0"/>
          <p:cNvSpPr txBox="1">
            <a:spLocks noGrp="1"/>
          </p:cNvSpPr>
          <p:nvPr>
            <p:ph type="body" idx="1"/>
          </p:nvPr>
        </p:nvSpPr>
        <p:spPr>
          <a:xfrm>
            <a:off x="1122050" y="1947672"/>
            <a:ext cx="2788800" cy="13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arlow Semi Condensed"/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</a:lstStyle>
          <a:p>
            <a:endParaRPr/>
          </a:p>
        </p:txBody>
      </p:sp>
      <p:sp>
        <p:nvSpPr>
          <p:cNvPr id="503" name="Google Shape;503;p10"/>
          <p:cNvSpPr txBox="1">
            <a:spLocks noGrp="1"/>
          </p:cNvSpPr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cxnSp>
        <p:nvCxnSpPr>
          <p:cNvPr id="504" name="Google Shape;504;p10"/>
          <p:cNvCxnSpPr/>
          <p:nvPr/>
        </p:nvCxnSpPr>
        <p:spPr>
          <a:xfrm>
            <a:off x="590450" y="4340600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5" name="Google Shape;505;p10"/>
          <p:cNvCxnSpPr/>
          <p:nvPr/>
        </p:nvCxnSpPr>
        <p:spPr>
          <a:xfrm rot="10800000" flipH="1">
            <a:off x="7975" y="4332600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06" name="Google Shape;506;p10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507" name="Google Shape;507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1646714" y="4616575"/>
            <a:ext cx="293111" cy="293388"/>
            <a:chOff x="3164039" y="430875"/>
            <a:chExt cx="293111" cy="293388"/>
          </a:xfrm>
        </p:grpSpPr>
        <p:sp>
          <p:nvSpPr>
            <p:cNvPr id="512" name="Google Shape;512;p1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518" name="Google Shape;518;p10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9" name="Google Shape;519;p10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20" name="Google Shape;520;p10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521" name="Google Shape;521;p1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7" name="Google Shape;527;p10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528" name="Google Shape;528;p1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1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2" name="Google Shape;532;p10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533" name="Google Shape;533;p1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1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1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7" name="Google Shape;537;p10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538" name="Google Shape;538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1" name="Google Shape;541;p10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542" name="Google Shape;542;p1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3"/>
          <p:cNvSpPr txBox="1">
            <a:spLocks noGrp="1"/>
          </p:cNvSpPr>
          <p:nvPr>
            <p:ph type="title"/>
          </p:nvPr>
        </p:nvSpPr>
        <p:spPr>
          <a:xfrm>
            <a:off x="5907024" y="356616"/>
            <a:ext cx="2615100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5" name="Google Shape;625;p13"/>
          <p:cNvSpPr txBox="1">
            <a:spLocks noGrp="1"/>
          </p:cNvSpPr>
          <p:nvPr>
            <p:ph type="subTitle" idx="1"/>
          </p:nvPr>
        </p:nvSpPr>
        <p:spPr>
          <a:xfrm>
            <a:off x="1664208" y="429768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6" name="Google Shape;626;p13"/>
          <p:cNvSpPr txBox="1">
            <a:spLocks noGrp="1"/>
          </p:cNvSpPr>
          <p:nvPr>
            <p:ph type="subTitle" idx="2"/>
          </p:nvPr>
        </p:nvSpPr>
        <p:spPr>
          <a:xfrm>
            <a:off x="1664208" y="713232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7" name="Google Shape;627;p13"/>
          <p:cNvSpPr txBox="1">
            <a:spLocks noGrp="1"/>
          </p:cNvSpPr>
          <p:nvPr>
            <p:ph type="subTitle" idx="3"/>
          </p:nvPr>
        </p:nvSpPr>
        <p:spPr>
          <a:xfrm>
            <a:off x="1664208" y="1508760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28" name="Google Shape;628;p13"/>
          <p:cNvSpPr txBox="1">
            <a:spLocks noGrp="1"/>
          </p:cNvSpPr>
          <p:nvPr>
            <p:ph type="subTitle" idx="4"/>
          </p:nvPr>
        </p:nvSpPr>
        <p:spPr>
          <a:xfrm>
            <a:off x="1664208" y="1792224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29" name="Google Shape;629;p13"/>
          <p:cNvSpPr txBox="1">
            <a:spLocks noGrp="1"/>
          </p:cNvSpPr>
          <p:nvPr>
            <p:ph type="subTitle" idx="5"/>
          </p:nvPr>
        </p:nvSpPr>
        <p:spPr>
          <a:xfrm>
            <a:off x="1664208" y="2587752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0" name="Google Shape;630;p13"/>
          <p:cNvSpPr txBox="1">
            <a:spLocks noGrp="1"/>
          </p:cNvSpPr>
          <p:nvPr>
            <p:ph type="subTitle" idx="6"/>
          </p:nvPr>
        </p:nvSpPr>
        <p:spPr>
          <a:xfrm>
            <a:off x="1664208" y="2871216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1" name="Google Shape;631;p13"/>
          <p:cNvSpPr txBox="1">
            <a:spLocks noGrp="1"/>
          </p:cNvSpPr>
          <p:nvPr>
            <p:ph type="subTitle" idx="7"/>
          </p:nvPr>
        </p:nvSpPr>
        <p:spPr>
          <a:xfrm>
            <a:off x="1664208" y="3666744"/>
            <a:ext cx="2615100" cy="3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32" name="Google Shape;632;p13"/>
          <p:cNvSpPr txBox="1">
            <a:spLocks noGrp="1"/>
          </p:cNvSpPr>
          <p:nvPr>
            <p:ph type="subTitle" idx="8"/>
          </p:nvPr>
        </p:nvSpPr>
        <p:spPr>
          <a:xfrm>
            <a:off x="1664208" y="3950208"/>
            <a:ext cx="2615100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33" name="Google Shape;633;p13"/>
          <p:cNvSpPr txBox="1">
            <a:spLocks noGrp="1"/>
          </p:cNvSpPr>
          <p:nvPr>
            <p:ph type="title" idx="9" hasCustomPrompt="1"/>
          </p:nvPr>
        </p:nvSpPr>
        <p:spPr>
          <a:xfrm>
            <a:off x="813816" y="722376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4" name="Google Shape;634;p13"/>
          <p:cNvSpPr txBox="1">
            <a:spLocks noGrp="1"/>
          </p:cNvSpPr>
          <p:nvPr>
            <p:ph type="title" idx="13" hasCustomPrompt="1"/>
          </p:nvPr>
        </p:nvSpPr>
        <p:spPr>
          <a:xfrm>
            <a:off x="813816" y="1801368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5" name="Google Shape;63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3816" y="2880360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36" name="Google Shape;63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3816" y="3959352"/>
            <a:ext cx="457200" cy="3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 of text">
  <p:cSld name="CUSTOM_1"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4"/>
          <p:cNvSpPr txBox="1">
            <a:spLocks noGrp="1"/>
          </p:cNvSpPr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9" name="Google Shape;639;p14"/>
          <p:cNvSpPr txBox="1">
            <a:spLocks noGrp="1"/>
          </p:cNvSpPr>
          <p:nvPr>
            <p:ph type="subTitle" idx="1"/>
          </p:nvPr>
        </p:nvSpPr>
        <p:spPr>
          <a:xfrm>
            <a:off x="3694176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0" name="Google Shape;640;p14"/>
          <p:cNvSpPr txBox="1">
            <a:spLocks noGrp="1"/>
          </p:cNvSpPr>
          <p:nvPr>
            <p:ph type="subTitle" idx="2"/>
          </p:nvPr>
        </p:nvSpPr>
        <p:spPr>
          <a:xfrm>
            <a:off x="1024128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1" name="Google Shape;641;p14"/>
          <p:cNvSpPr txBox="1">
            <a:spLocks noGrp="1"/>
          </p:cNvSpPr>
          <p:nvPr>
            <p:ph type="subTitle" idx="3"/>
          </p:nvPr>
        </p:nvSpPr>
        <p:spPr>
          <a:xfrm>
            <a:off x="6355080" y="2414016"/>
            <a:ext cx="17649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42" name="Google Shape;642;p14"/>
          <p:cNvSpPr txBox="1">
            <a:spLocks noGrp="1"/>
          </p:cNvSpPr>
          <p:nvPr>
            <p:ph type="subTitle" idx="4"/>
          </p:nvPr>
        </p:nvSpPr>
        <p:spPr>
          <a:xfrm>
            <a:off x="3694176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3" name="Google Shape;643;p14"/>
          <p:cNvSpPr txBox="1">
            <a:spLocks noGrp="1"/>
          </p:cNvSpPr>
          <p:nvPr>
            <p:ph type="subTitle" idx="5"/>
          </p:nvPr>
        </p:nvSpPr>
        <p:spPr>
          <a:xfrm>
            <a:off x="1024128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44" name="Google Shape;644;p14"/>
          <p:cNvSpPr txBox="1">
            <a:spLocks noGrp="1"/>
          </p:cNvSpPr>
          <p:nvPr>
            <p:ph type="subTitle" idx="6"/>
          </p:nvPr>
        </p:nvSpPr>
        <p:spPr>
          <a:xfrm>
            <a:off x="6355080" y="2825496"/>
            <a:ext cx="1764900" cy="107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grpSp>
        <p:nvGrpSpPr>
          <p:cNvPr id="645" name="Google Shape;645;p14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646" name="Google Shape;646;p14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7" name="Google Shape;647;p14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648" name="Google Shape;648;p14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649" name="Google Shape;649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3" name="Google Shape;653;p14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654" name="Google Shape;654;p14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14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14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14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58" name="Google Shape;658;p14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659" name="Google Shape;659;p14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14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4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Google Shape;662;p14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14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14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 of text">
  <p:cSld name="CUSTOM_2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15"/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7" name="Google Shape;667;p15"/>
          <p:cNvSpPr txBox="1">
            <a:spLocks noGrp="1"/>
          </p:cNvSpPr>
          <p:nvPr>
            <p:ph type="subTitle" idx="1"/>
          </p:nvPr>
        </p:nvSpPr>
        <p:spPr>
          <a:xfrm>
            <a:off x="1709928" y="1545336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68" name="Google Shape;668;p15"/>
          <p:cNvSpPr txBox="1">
            <a:spLocks noGrp="1"/>
          </p:cNvSpPr>
          <p:nvPr>
            <p:ph type="subTitle" idx="2"/>
          </p:nvPr>
        </p:nvSpPr>
        <p:spPr>
          <a:xfrm>
            <a:off x="1709928" y="1938528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69" name="Google Shape;669;p15"/>
          <p:cNvSpPr txBox="1">
            <a:spLocks noGrp="1"/>
          </p:cNvSpPr>
          <p:nvPr>
            <p:ph type="subTitle" idx="3"/>
          </p:nvPr>
        </p:nvSpPr>
        <p:spPr>
          <a:xfrm>
            <a:off x="5468112" y="1545336"/>
            <a:ext cx="194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0" name="Google Shape;670;p15"/>
          <p:cNvSpPr txBox="1">
            <a:spLocks noGrp="1"/>
          </p:cNvSpPr>
          <p:nvPr>
            <p:ph type="subTitle" idx="4"/>
          </p:nvPr>
        </p:nvSpPr>
        <p:spPr>
          <a:xfrm>
            <a:off x="5468112" y="1938528"/>
            <a:ext cx="19476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1" name="Google Shape;671;p15"/>
          <p:cNvSpPr txBox="1">
            <a:spLocks noGrp="1"/>
          </p:cNvSpPr>
          <p:nvPr>
            <p:ph type="subTitle" idx="5"/>
          </p:nvPr>
        </p:nvSpPr>
        <p:spPr>
          <a:xfrm>
            <a:off x="2825496" y="3200400"/>
            <a:ext cx="19452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2" name="Google Shape;672;p15"/>
          <p:cNvSpPr txBox="1">
            <a:spLocks noGrp="1"/>
          </p:cNvSpPr>
          <p:nvPr>
            <p:ph type="subTitle" idx="6"/>
          </p:nvPr>
        </p:nvSpPr>
        <p:spPr>
          <a:xfrm>
            <a:off x="2825496" y="3593592"/>
            <a:ext cx="19452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673" name="Google Shape;673;p15"/>
          <p:cNvSpPr txBox="1">
            <a:spLocks noGrp="1"/>
          </p:cNvSpPr>
          <p:nvPr>
            <p:ph type="subTitle" idx="7"/>
          </p:nvPr>
        </p:nvSpPr>
        <p:spPr>
          <a:xfrm>
            <a:off x="6464808" y="3200400"/>
            <a:ext cx="19935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endParaRPr/>
          </a:p>
        </p:txBody>
      </p:sp>
      <p:sp>
        <p:nvSpPr>
          <p:cNvPr id="674" name="Google Shape;674;p15"/>
          <p:cNvSpPr txBox="1">
            <a:spLocks noGrp="1"/>
          </p:cNvSpPr>
          <p:nvPr>
            <p:ph type="subTitle" idx="8"/>
          </p:nvPr>
        </p:nvSpPr>
        <p:spPr>
          <a:xfrm>
            <a:off x="6464808" y="3593592"/>
            <a:ext cx="19935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675" name="Google Shape;675;p15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6" name="Google Shape;676;p15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7" name="Google Shape;677;p15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78" name="Google Shape;678;p15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679" name="Google Shape;679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3" name="Google Shape;683;p15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684" name="Google Shape;684;p15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0" name="Google Shape;690;p15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691" name="Google Shape;691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694" name="Google Shape;694;p15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95" name="Google Shape;695;p15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696" name="Google Shape;696;p15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2" name="Google Shape;702;p15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703" name="Google Shape;703;p15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7" name="Google Shape;707;p15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708" name="Google Shape;708;p15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ighlighted numbers">
  <p:cSld name="CUSTOM_11"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20"/>
          <p:cNvSpPr txBox="1">
            <a:spLocks noGrp="1"/>
          </p:cNvSpPr>
          <p:nvPr>
            <p:ph type="title" hasCustomPrompt="1"/>
          </p:nvPr>
        </p:nvSpPr>
        <p:spPr>
          <a:xfrm>
            <a:off x="2825496" y="704088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7" name="Google Shape;987;p20"/>
          <p:cNvSpPr txBox="1">
            <a:spLocks noGrp="1"/>
          </p:cNvSpPr>
          <p:nvPr>
            <p:ph type="subTitle" idx="1"/>
          </p:nvPr>
        </p:nvSpPr>
        <p:spPr>
          <a:xfrm>
            <a:off x="2825496" y="1225296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88" name="Google Shape;988;p20"/>
          <p:cNvSpPr txBox="1">
            <a:spLocks noGrp="1"/>
          </p:cNvSpPr>
          <p:nvPr>
            <p:ph type="title" idx="2" hasCustomPrompt="1"/>
          </p:nvPr>
        </p:nvSpPr>
        <p:spPr>
          <a:xfrm>
            <a:off x="2825496" y="218541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89" name="Google Shape;989;p20"/>
          <p:cNvSpPr txBox="1">
            <a:spLocks noGrp="1"/>
          </p:cNvSpPr>
          <p:nvPr>
            <p:ph type="subTitle" idx="3"/>
          </p:nvPr>
        </p:nvSpPr>
        <p:spPr>
          <a:xfrm>
            <a:off x="2825496" y="2697480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sp>
        <p:nvSpPr>
          <p:cNvPr id="990" name="Google Shape;990;p20"/>
          <p:cNvSpPr txBox="1">
            <a:spLocks noGrp="1"/>
          </p:cNvSpPr>
          <p:nvPr>
            <p:ph type="title" idx="4" hasCustomPrompt="1"/>
          </p:nvPr>
        </p:nvSpPr>
        <p:spPr>
          <a:xfrm>
            <a:off x="2825496" y="3648456"/>
            <a:ext cx="3483900" cy="56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1" name="Google Shape;991;p20"/>
          <p:cNvSpPr txBox="1">
            <a:spLocks noGrp="1"/>
          </p:cNvSpPr>
          <p:nvPr>
            <p:ph type="subTitle" idx="5"/>
          </p:nvPr>
        </p:nvSpPr>
        <p:spPr>
          <a:xfrm>
            <a:off x="2834640" y="4169664"/>
            <a:ext cx="34839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992" name="Google Shape;992;p20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3" name="Google Shape;993;p20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4" name="Google Shape;994;p20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95" name="Google Shape;995;p20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96" name="Google Shape;996;p20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997" name="Google Shape;997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3" name="Google Shape;1003;p20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004" name="Google Shape;1004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8" name="Google Shape;1008;p20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009" name="Google Shape;1009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3" name="Google Shape;1013;p20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014" name="Google Shape;1014;p20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20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20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20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20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20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0" name="Google Shape;1020;p20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021" name="Google Shape;102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24" name="Google Shape;1024;p20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5" name="Google Shape;1025;p20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6" name="Google Shape;1026;p20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027" name="Google Shape;1027;p20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028" name="Google Shape;1028;p20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20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20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20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20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20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4" name="Google Shape;1034;p20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035" name="Google Shape;1035;p20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20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20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20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9" name="Google Shape;1039;p20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040" name="Google Shape;1040;p20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20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20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20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4" name="Google Shape;1044;p20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20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20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20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20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20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50" name="Google Shape;1050;p20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051" name="Google Shape;1051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4" name="Google Shape;1054;p20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055" name="Google Shape;1055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8" name="Google Shape;1058;p20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059" name="Google Shape;1059;p20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20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20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_AND_BODY_1"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3"/>
          <p:cNvSpPr txBox="1">
            <a:spLocks noGrp="1"/>
          </p:cNvSpPr>
          <p:nvPr>
            <p:ph type="title"/>
          </p:nvPr>
        </p:nvSpPr>
        <p:spPr>
          <a:xfrm>
            <a:off x="2532888" y="338328"/>
            <a:ext cx="40875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1" name="Google Shape;1141;p23"/>
          <p:cNvSpPr txBox="1">
            <a:spLocks noGrp="1"/>
          </p:cNvSpPr>
          <p:nvPr>
            <p:ph type="body" idx="1"/>
          </p:nvPr>
        </p:nvSpPr>
        <p:spPr>
          <a:xfrm>
            <a:off x="714650" y="1152150"/>
            <a:ext cx="7705500" cy="352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Barlow Semi Condensed Medium"/>
              <a:buAutoNum type="arabicPeriod"/>
              <a:defRPr sz="120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endParaRPr/>
          </a:p>
        </p:txBody>
      </p:sp>
      <p:cxnSp>
        <p:nvCxnSpPr>
          <p:cNvPr id="1142" name="Google Shape;1142;p23"/>
          <p:cNvCxnSpPr/>
          <p:nvPr/>
        </p:nvCxnSpPr>
        <p:spPr>
          <a:xfrm rot="10800000">
            <a:off x="303000" y="3359375"/>
            <a:ext cx="151800" cy="957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3" name="Google Shape;1143;p23"/>
          <p:cNvCxnSpPr/>
          <p:nvPr/>
        </p:nvCxnSpPr>
        <p:spPr>
          <a:xfrm rot="10800000" flipH="1">
            <a:off x="0" y="4332550"/>
            <a:ext cx="446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44" name="Google Shape;1144;p23"/>
          <p:cNvGrpSpPr/>
          <p:nvPr/>
        </p:nvGrpSpPr>
        <p:grpSpPr>
          <a:xfrm flipH="1">
            <a:off x="300738" y="4167800"/>
            <a:ext cx="292025" cy="292575"/>
            <a:chOff x="7353050" y="316275"/>
            <a:chExt cx="292025" cy="292575"/>
          </a:xfrm>
        </p:grpSpPr>
        <p:sp>
          <p:nvSpPr>
            <p:cNvPr id="1145" name="Google Shape;1145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9" name="Google Shape;1149;p23"/>
          <p:cNvGrpSpPr/>
          <p:nvPr/>
        </p:nvGrpSpPr>
        <p:grpSpPr>
          <a:xfrm>
            <a:off x="148789" y="3224300"/>
            <a:ext cx="293111" cy="293388"/>
            <a:chOff x="3164039" y="430875"/>
            <a:chExt cx="293111" cy="293388"/>
          </a:xfrm>
        </p:grpSpPr>
        <p:sp>
          <p:nvSpPr>
            <p:cNvPr id="1150" name="Google Shape;1150;p23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23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23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23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23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23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56" name="Google Shape;1156;p23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7" name="Google Shape;1157;p23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58" name="Google Shape;1158;p23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159" name="Google Shape;1159;p23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23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23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23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23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23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65" name="Google Shape;1165;p23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166" name="Google Shape;1166;p23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23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23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23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0" name="Google Shape;1170;p23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171" name="Google Shape;1171;p23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23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23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23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5" name="Google Shape;1175;p23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176" name="Google Shape;1176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9" name="Google Shape;1179;p23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180" name="Google Shape;1180;p23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23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23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5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24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185" name="Google Shape;1185;p24"/>
          <p:cNvCxnSpPr/>
          <p:nvPr/>
        </p:nvCxnSpPr>
        <p:spPr>
          <a:xfrm>
            <a:off x="590450" y="4340600"/>
            <a:ext cx="670200" cy="423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6" name="Google Shape;1186;p24"/>
          <p:cNvCxnSpPr/>
          <p:nvPr/>
        </p:nvCxnSpPr>
        <p:spPr>
          <a:xfrm rot="10800000" flipH="1">
            <a:off x="0" y="4332550"/>
            <a:ext cx="590700" cy="663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87" name="Google Shape;1187;p24"/>
          <p:cNvGrpSpPr/>
          <p:nvPr/>
        </p:nvGrpSpPr>
        <p:grpSpPr>
          <a:xfrm flipH="1">
            <a:off x="431725" y="4183775"/>
            <a:ext cx="292025" cy="292575"/>
            <a:chOff x="7353050" y="316275"/>
            <a:chExt cx="292025" cy="292575"/>
          </a:xfrm>
        </p:grpSpPr>
        <p:sp>
          <p:nvSpPr>
            <p:cNvPr id="1188" name="Google Shape;1188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2" name="Google Shape;1192;p24"/>
          <p:cNvGrpSpPr/>
          <p:nvPr/>
        </p:nvGrpSpPr>
        <p:grpSpPr>
          <a:xfrm>
            <a:off x="1075789" y="4604675"/>
            <a:ext cx="293111" cy="293388"/>
            <a:chOff x="3164039" y="430875"/>
            <a:chExt cx="293111" cy="293388"/>
          </a:xfrm>
        </p:grpSpPr>
        <p:sp>
          <p:nvSpPr>
            <p:cNvPr id="1193" name="Google Shape;1193;p24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24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24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24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24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24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199" name="Google Shape;1199;p24"/>
          <p:cNvCxnSpPr/>
          <p:nvPr/>
        </p:nvCxnSpPr>
        <p:spPr>
          <a:xfrm rot="10800000">
            <a:off x="7196975" y="295100"/>
            <a:ext cx="1157100" cy="54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0" name="Google Shape;1200;p24"/>
          <p:cNvCxnSpPr/>
          <p:nvPr/>
        </p:nvCxnSpPr>
        <p:spPr>
          <a:xfrm flipH="1">
            <a:off x="8354075" y="-6625"/>
            <a:ext cx="791400" cy="836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01" name="Google Shape;1201;p24"/>
          <p:cNvGrpSpPr/>
          <p:nvPr/>
        </p:nvGrpSpPr>
        <p:grpSpPr>
          <a:xfrm>
            <a:off x="8064275" y="526925"/>
            <a:ext cx="581800" cy="582350"/>
            <a:chOff x="8064275" y="887850"/>
            <a:chExt cx="581800" cy="582350"/>
          </a:xfrm>
        </p:grpSpPr>
        <p:sp>
          <p:nvSpPr>
            <p:cNvPr id="1202" name="Google Shape;1202;p24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24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24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24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24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24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8" name="Google Shape;1208;p24"/>
          <p:cNvGrpSpPr/>
          <p:nvPr/>
        </p:nvGrpSpPr>
        <p:grpSpPr>
          <a:xfrm>
            <a:off x="7033875" y="170875"/>
            <a:ext cx="292025" cy="292575"/>
            <a:chOff x="7353050" y="316275"/>
            <a:chExt cx="292025" cy="292575"/>
          </a:xfrm>
        </p:grpSpPr>
        <p:sp>
          <p:nvSpPr>
            <p:cNvPr id="1209" name="Google Shape;1209;p24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24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24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24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3" name="Google Shape;1213;p24"/>
          <p:cNvGrpSpPr/>
          <p:nvPr/>
        </p:nvGrpSpPr>
        <p:grpSpPr>
          <a:xfrm>
            <a:off x="8757950" y="229650"/>
            <a:ext cx="175000" cy="175000"/>
            <a:chOff x="8792300" y="321275"/>
            <a:chExt cx="175000" cy="175000"/>
          </a:xfrm>
        </p:grpSpPr>
        <p:sp>
          <p:nvSpPr>
            <p:cNvPr id="1214" name="Google Shape;1214;p24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24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24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24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24"/>
          <p:cNvGrpSpPr/>
          <p:nvPr/>
        </p:nvGrpSpPr>
        <p:grpSpPr>
          <a:xfrm>
            <a:off x="8490050" y="170875"/>
            <a:ext cx="175013" cy="27000"/>
            <a:chOff x="5662375" y="212375"/>
            <a:chExt cx="175013" cy="27000"/>
          </a:xfrm>
        </p:grpSpPr>
        <p:sp>
          <p:nvSpPr>
            <p:cNvPr id="1219" name="Google Shape;1219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2" name="Google Shape;1222;p24"/>
          <p:cNvGrpSpPr/>
          <p:nvPr/>
        </p:nvGrpSpPr>
        <p:grpSpPr>
          <a:xfrm>
            <a:off x="7916350" y="1124600"/>
            <a:ext cx="175013" cy="27000"/>
            <a:chOff x="5662375" y="212375"/>
            <a:chExt cx="175013" cy="27000"/>
          </a:xfrm>
        </p:grpSpPr>
        <p:sp>
          <p:nvSpPr>
            <p:cNvPr id="1223" name="Google Shape;1223;p24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24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24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7"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26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1290" name="Google Shape;1290;p26"/>
          <p:cNvCxnSpPr/>
          <p:nvPr/>
        </p:nvCxnSpPr>
        <p:spPr>
          <a:xfrm rot="10800000">
            <a:off x="8109000" y="501275"/>
            <a:ext cx="737700" cy="737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582475" y="282188"/>
            <a:ext cx="1212900" cy="422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2" name="Google Shape;1292;p26"/>
          <p:cNvCxnSpPr/>
          <p:nvPr/>
        </p:nvCxnSpPr>
        <p:spPr>
          <a:xfrm rot="10800000" flipH="1">
            <a:off x="0" y="274188"/>
            <a:ext cx="582600" cy="654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93" name="Google Shape;1293;p26"/>
          <p:cNvGrpSpPr/>
          <p:nvPr/>
        </p:nvGrpSpPr>
        <p:grpSpPr>
          <a:xfrm flipH="1">
            <a:off x="423750" y="125363"/>
            <a:ext cx="292025" cy="292575"/>
            <a:chOff x="7353050" y="316275"/>
            <a:chExt cx="292025" cy="292575"/>
          </a:xfrm>
        </p:grpSpPr>
        <p:sp>
          <p:nvSpPr>
            <p:cNvPr id="1294" name="Google Shape;1294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8" name="Google Shape;1298;p26"/>
          <p:cNvGrpSpPr/>
          <p:nvPr/>
        </p:nvGrpSpPr>
        <p:grpSpPr>
          <a:xfrm>
            <a:off x="1638739" y="558163"/>
            <a:ext cx="293111" cy="293388"/>
            <a:chOff x="3164039" y="430875"/>
            <a:chExt cx="293111" cy="293388"/>
          </a:xfrm>
        </p:grpSpPr>
        <p:sp>
          <p:nvSpPr>
            <p:cNvPr id="1299" name="Google Shape;1299;p26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26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26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26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Google Shape;1303;p26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Google Shape;1304;p26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5" name="Google Shape;1305;p26"/>
          <p:cNvGrpSpPr/>
          <p:nvPr/>
        </p:nvGrpSpPr>
        <p:grpSpPr>
          <a:xfrm>
            <a:off x="1591750" y="362600"/>
            <a:ext cx="175013" cy="27000"/>
            <a:chOff x="5662375" y="212375"/>
            <a:chExt cx="175013" cy="27000"/>
          </a:xfrm>
        </p:grpSpPr>
        <p:sp>
          <p:nvSpPr>
            <p:cNvPr id="1306" name="Google Shape;1306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09" name="Google Shape;1309;p26"/>
          <p:cNvCxnSpPr/>
          <p:nvPr/>
        </p:nvCxnSpPr>
        <p:spPr>
          <a:xfrm flipH="1">
            <a:off x="8151325" y="6875"/>
            <a:ext cx="1002600" cy="49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10" name="Google Shape;1310;p26"/>
          <p:cNvGrpSpPr/>
          <p:nvPr/>
        </p:nvGrpSpPr>
        <p:grpSpPr>
          <a:xfrm>
            <a:off x="7823875" y="202375"/>
            <a:ext cx="581800" cy="582350"/>
            <a:chOff x="8064275" y="887850"/>
            <a:chExt cx="581800" cy="582350"/>
          </a:xfrm>
        </p:grpSpPr>
        <p:sp>
          <p:nvSpPr>
            <p:cNvPr id="1311" name="Google Shape;1311;p26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26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26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26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26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26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7" name="Google Shape;1317;p26"/>
          <p:cNvGrpSpPr/>
          <p:nvPr/>
        </p:nvGrpSpPr>
        <p:grpSpPr>
          <a:xfrm flipH="1">
            <a:off x="8698650" y="1117488"/>
            <a:ext cx="292025" cy="292575"/>
            <a:chOff x="7353050" y="316275"/>
            <a:chExt cx="292025" cy="292575"/>
          </a:xfrm>
        </p:grpSpPr>
        <p:sp>
          <p:nvSpPr>
            <p:cNvPr id="1318" name="Google Shape;1318;p26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26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26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26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2" name="Google Shape;1322;p26"/>
          <p:cNvGrpSpPr/>
          <p:nvPr/>
        </p:nvGrpSpPr>
        <p:grpSpPr>
          <a:xfrm>
            <a:off x="8678350" y="1581800"/>
            <a:ext cx="175013" cy="27000"/>
            <a:chOff x="5662375" y="212375"/>
            <a:chExt cx="175013" cy="27000"/>
          </a:xfrm>
        </p:grpSpPr>
        <p:sp>
          <p:nvSpPr>
            <p:cNvPr id="1323" name="Google Shape;1323;p26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26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26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8"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7" name="Google Shape;1327;p27"/>
          <p:cNvCxnSpPr/>
          <p:nvPr/>
        </p:nvCxnSpPr>
        <p:spPr>
          <a:xfrm rot="5400000">
            <a:off x="7269708" y="3324550"/>
            <a:ext cx="1133100" cy="306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8" name="Google Shape;1328;p27"/>
          <p:cNvCxnSpPr/>
          <p:nvPr/>
        </p:nvCxnSpPr>
        <p:spPr>
          <a:xfrm rot="-5400000" flipH="1">
            <a:off x="7181408" y="2082400"/>
            <a:ext cx="1342200" cy="3153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29" name="Google Shape;1329;p27"/>
          <p:cNvCxnSpPr/>
          <p:nvPr/>
        </p:nvCxnSpPr>
        <p:spPr>
          <a:xfrm rot="5400000">
            <a:off x="7232433" y="736375"/>
            <a:ext cx="1332000" cy="392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30" name="Google Shape;1330;p27"/>
          <p:cNvCxnSpPr/>
          <p:nvPr/>
        </p:nvCxnSpPr>
        <p:spPr>
          <a:xfrm rot="5400000">
            <a:off x="8168433" y="-66600"/>
            <a:ext cx="273900" cy="4071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31" name="Google Shape;1331;p27"/>
          <p:cNvGrpSpPr/>
          <p:nvPr/>
        </p:nvGrpSpPr>
        <p:grpSpPr>
          <a:xfrm rot="5400000" flipH="1">
            <a:off x="7407333" y="1284925"/>
            <a:ext cx="581800" cy="582350"/>
            <a:chOff x="8064275" y="887850"/>
            <a:chExt cx="581800" cy="582350"/>
          </a:xfrm>
        </p:grpSpPr>
        <p:sp>
          <p:nvSpPr>
            <p:cNvPr id="1332" name="Google Shape;1332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8" name="Google Shape;1338;p27"/>
          <p:cNvGrpSpPr/>
          <p:nvPr/>
        </p:nvGrpSpPr>
        <p:grpSpPr>
          <a:xfrm rot="5400000" flipH="1">
            <a:off x="7869720" y="2754200"/>
            <a:ext cx="292025" cy="292575"/>
            <a:chOff x="7353050" y="316275"/>
            <a:chExt cx="292025" cy="292575"/>
          </a:xfrm>
        </p:grpSpPr>
        <p:sp>
          <p:nvSpPr>
            <p:cNvPr id="1339" name="Google Shape;1339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3" name="Google Shape;1343;p27"/>
          <p:cNvGrpSpPr/>
          <p:nvPr/>
        </p:nvGrpSpPr>
        <p:grpSpPr>
          <a:xfrm rot="5400000" flipH="1">
            <a:off x="8012458" y="178175"/>
            <a:ext cx="175000" cy="175000"/>
            <a:chOff x="8792300" y="321275"/>
            <a:chExt cx="175000" cy="175000"/>
          </a:xfrm>
        </p:grpSpPr>
        <p:sp>
          <p:nvSpPr>
            <p:cNvPr id="1344" name="Google Shape;1344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Google Shape;1345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346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347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8" name="Google Shape;1348;p27"/>
          <p:cNvGrpSpPr/>
          <p:nvPr/>
        </p:nvGrpSpPr>
        <p:grpSpPr>
          <a:xfrm rot="5400000">
            <a:off x="7551683" y="3879926"/>
            <a:ext cx="293111" cy="293388"/>
            <a:chOff x="3164039" y="430875"/>
            <a:chExt cx="293111" cy="293388"/>
          </a:xfrm>
        </p:grpSpPr>
        <p:sp>
          <p:nvSpPr>
            <p:cNvPr id="1349" name="Google Shape;1349;p27"/>
            <p:cNvSpPr/>
            <p:nvPr/>
          </p:nvSpPr>
          <p:spPr>
            <a:xfrm flipH="1">
              <a:off x="3166281" y="4334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Google Shape;1350;p27"/>
            <p:cNvSpPr/>
            <p:nvPr/>
          </p:nvSpPr>
          <p:spPr>
            <a:xfrm flipH="1">
              <a:off x="3164039" y="4308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27"/>
            <p:cNvSpPr/>
            <p:nvPr/>
          </p:nvSpPr>
          <p:spPr>
            <a:xfrm flipH="1">
              <a:off x="3202780" y="4699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27"/>
            <p:cNvSpPr/>
            <p:nvPr/>
          </p:nvSpPr>
          <p:spPr>
            <a:xfrm flipH="1">
              <a:off x="3200525" y="4673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Google Shape;1353;p27"/>
            <p:cNvSpPr/>
            <p:nvPr/>
          </p:nvSpPr>
          <p:spPr>
            <a:xfrm flipH="1">
              <a:off x="3242641" y="5094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Google Shape;1354;p27"/>
            <p:cNvSpPr/>
            <p:nvPr/>
          </p:nvSpPr>
          <p:spPr>
            <a:xfrm flipH="1">
              <a:off x="3240109" y="5072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55" name="Google Shape;1355;p27"/>
          <p:cNvGrpSpPr/>
          <p:nvPr/>
        </p:nvGrpSpPr>
        <p:grpSpPr>
          <a:xfrm rot="5400000" flipH="1">
            <a:off x="8259052" y="323144"/>
            <a:ext cx="175013" cy="27000"/>
            <a:chOff x="5662375" y="212375"/>
            <a:chExt cx="175013" cy="27000"/>
          </a:xfrm>
        </p:grpSpPr>
        <p:sp>
          <p:nvSpPr>
            <p:cNvPr id="1356" name="Google Shape;135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359" name="Google Shape;1359;p27"/>
          <p:cNvCxnSpPr/>
          <p:nvPr/>
        </p:nvCxnSpPr>
        <p:spPr>
          <a:xfrm rot="5400000" flipH="1">
            <a:off x="740850" y="2598325"/>
            <a:ext cx="1672500" cy="126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0" name="Google Shape;1360;p27"/>
          <p:cNvCxnSpPr/>
          <p:nvPr/>
        </p:nvCxnSpPr>
        <p:spPr>
          <a:xfrm rot="-5400000">
            <a:off x="847100" y="3554000"/>
            <a:ext cx="829500" cy="7434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1" name="Google Shape;1361;p27"/>
          <p:cNvCxnSpPr/>
          <p:nvPr/>
        </p:nvCxnSpPr>
        <p:spPr>
          <a:xfrm rot="5400000" flipH="1">
            <a:off x="1105775" y="4151250"/>
            <a:ext cx="796500" cy="1188000"/>
          </a:xfrm>
          <a:prstGeom prst="straightConnector1">
            <a:avLst/>
          </a:prstGeom>
          <a:noFill/>
          <a:ln w="9525" cap="flat" cmpd="sng">
            <a:solidFill>
              <a:srgbClr val="1A2E35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62" name="Google Shape;1362;p27"/>
          <p:cNvGrpSpPr/>
          <p:nvPr/>
        </p:nvGrpSpPr>
        <p:grpSpPr>
          <a:xfrm rot="5400000">
            <a:off x="621475" y="4062025"/>
            <a:ext cx="581800" cy="582350"/>
            <a:chOff x="8064275" y="887850"/>
            <a:chExt cx="581800" cy="582350"/>
          </a:xfrm>
        </p:grpSpPr>
        <p:sp>
          <p:nvSpPr>
            <p:cNvPr id="1363" name="Google Shape;1363;p27"/>
            <p:cNvSpPr/>
            <p:nvPr/>
          </p:nvSpPr>
          <p:spPr>
            <a:xfrm>
              <a:off x="8068750" y="892875"/>
              <a:ext cx="572875" cy="572325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27"/>
            <p:cNvSpPr/>
            <p:nvPr/>
          </p:nvSpPr>
          <p:spPr>
            <a:xfrm>
              <a:off x="8064275" y="887850"/>
              <a:ext cx="581800" cy="582350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27"/>
            <p:cNvSpPr/>
            <p:nvPr/>
          </p:nvSpPr>
          <p:spPr>
            <a:xfrm>
              <a:off x="8141175" y="965325"/>
              <a:ext cx="428000" cy="427425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27"/>
            <p:cNvSpPr/>
            <p:nvPr/>
          </p:nvSpPr>
          <p:spPr>
            <a:xfrm>
              <a:off x="8136725" y="960300"/>
              <a:ext cx="436925" cy="437475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27"/>
            <p:cNvSpPr/>
            <p:nvPr/>
          </p:nvSpPr>
          <p:spPr>
            <a:xfrm>
              <a:off x="8219750" y="1043875"/>
              <a:ext cx="270300" cy="270300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27"/>
            <p:cNvSpPr/>
            <p:nvPr/>
          </p:nvSpPr>
          <p:spPr>
            <a:xfrm>
              <a:off x="8215300" y="1039425"/>
              <a:ext cx="279775" cy="279225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69" name="Google Shape;1369;p27"/>
          <p:cNvGrpSpPr/>
          <p:nvPr/>
        </p:nvGrpSpPr>
        <p:grpSpPr>
          <a:xfrm rot="5400000">
            <a:off x="1482825" y="3350800"/>
            <a:ext cx="292025" cy="292575"/>
            <a:chOff x="7353050" y="316275"/>
            <a:chExt cx="292025" cy="292575"/>
          </a:xfrm>
        </p:grpSpPr>
        <p:sp>
          <p:nvSpPr>
            <p:cNvPr id="1370" name="Google Shape;1370;p27"/>
            <p:cNvSpPr/>
            <p:nvPr/>
          </p:nvSpPr>
          <p:spPr>
            <a:xfrm>
              <a:off x="7358075" y="321275"/>
              <a:ext cx="282550" cy="282550"/>
            </a:xfrm>
            <a:custGeom>
              <a:avLst/>
              <a:gdLst/>
              <a:ahLst/>
              <a:cxnLst/>
              <a:rect l="l" t="t" r="r" b="b"/>
              <a:pathLst>
                <a:path w="11302" h="11302" extrusionOk="0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27"/>
            <p:cNvSpPr/>
            <p:nvPr/>
          </p:nvSpPr>
          <p:spPr>
            <a:xfrm>
              <a:off x="7353050" y="316275"/>
              <a:ext cx="292025" cy="292575"/>
            </a:xfrm>
            <a:custGeom>
              <a:avLst/>
              <a:gdLst/>
              <a:ahLst/>
              <a:cxnLst/>
              <a:rect l="l" t="t" r="r" b="b"/>
              <a:pathLst>
                <a:path w="11681" h="11703" extrusionOk="0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27"/>
            <p:cNvSpPr/>
            <p:nvPr/>
          </p:nvSpPr>
          <p:spPr>
            <a:xfrm>
              <a:off x="7419925" y="383125"/>
              <a:ext cx="158275" cy="158300"/>
            </a:xfrm>
            <a:custGeom>
              <a:avLst/>
              <a:gdLst/>
              <a:ahLst/>
              <a:cxnLst/>
              <a:rect l="l" t="t" r="r" b="b"/>
              <a:pathLst>
                <a:path w="6331" h="6332" extrusionOk="0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27"/>
            <p:cNvSpPr/>
            <p:nvPr/>
          </p:nvSpPr>
          <p:spPr>
            <a:xfrm>
              <a:off x="7415475" y="378675"/>
              <a:ext cx="167750" cy="167775"/>
            </a:xfrm>
            <a:custGeom>
              <a:avLst/>
              <a:gdLst/>
              <a:ahLst/>
              <a:cxnLst/>
              <a:rect l="l" t="t" r="r" b="b"/>
              <a:pathLst>
                <a:path w="6710" h="6711" extrusionOk="0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4" name="Google Shape;1374;p27"/>
          <p:cNvGrpSpPr/>
          <p:nvPr/>
        </p:nvGrpSpPr>
        <p:grpSpPr>
          <a:xfrm rot="5400000">
            <a:off x="1595125" y="4790325"/>
            <a:ext cx="175000" cy="175000"/>
            <a:chOff x="8792300" y="321275"/>
            <a:chExt cx="175000" cy="175000"/>
          </a:xfrm>
        </p:grpSpPr>
        <p:sp>
          <p:nvSpPr>
            <p:cNvPr id="1375" name="Google Shape;1375;p27"/>
            <p:cNvSpPr/>
            <p:nvPr/>
          </p:nvSpPr>
          <p:spPr>
            <a:xfrm>
              <a:off x="8796750" y="326300"/>
              <a:ext cx="166100" cy="165525"/>
            </a:xfrm>
            <a:custGeom>
              <a:avLst/>
              <a:gdLst/>
              <a:ahLst/>
              <a:cxnLst/>
              <a:rect l="l" t="t" r="r" b="b"/>
              <a:pathLst>
                <a:path w="6644" h="6621" extrusionOk="0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27"/>
            <p:cNvSpPr/>
            <p:nvPr/>
          </p:nvSpPr>
          <p:spPr>
            <a:xfrm>
              <a:off x="8792300" y="321275"/>
              <a:ext cx="175000" cy="175000"/>
            </a:xfrm>
            <a:custGeom>
              <a:avLst/>
              <a:gdLst/>
              <a:ahLst/>
              <a:cxnLst/>
              <a:rect l="l" t="t" r="r" b="b"/>
              <a:pathLst>
                <a:path w="7000" h="7000" extrusionOk="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27"/>
            <p:cNvSpPr/>
            <p:nvPr/>
          </p:nvSpPr>
          <p:spPr>
            <a:xfrm>
              <a:off x="8833525" y="362525"/>
              <a:ext cx="92550" cy="93075"/>
            </a:xfrm>
            <a:custGeom>
              <a:avLst/>
              <a:gdLst/>
              <a:ahLst/>
              <a:cxnLst/>
              <a:rect l="l" t="t" r="r" b="b"/>
              <a:pathLst>
                <a:path w="3702" h="3723" extrusionOk="0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27"/>
            <p:cNvSpPr/>
            <p:nvPr/>
          </p:nvSpPr>
          <p:spPr>
            <a:xfrm>
              <a:off x="8828525" y="358050"/>
              <a:ext cx="102550" cy="102000"/>
            </a:xfrm>
            <a:custGeom>
              <a:avLst/>
              <a:gdLst/>
              <a:ahLst/>
              <a:cxnLst/>
              <a:rect l="l" t="t" r="r" b="b"/>
              <a:pathLst>
                <a:path w="4102" h="4080" extrusionOk="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9" name="Google Shape;1379;p27"/>
          <p:cNvSpPr/>
          <p:nvPr/>
        </p:nvSpPr>
        <p:spPr>
          <a:xfrm rot="5400000">
            <a:off x="1377117" y="1688743"/>
            <a:ext cx="288614" cy="288337"/>
          </a:xfrm>
          <a:custGeom>
            <a:avLst/>
            <a:gdLst/>
            <a:ahLst/>
            <a:cxnLst/>
            <a:rect l="l" t="t" r="r" b="b"/>
            <a:pathLst>
              <a:path w="22915" h="22893" extrusionOk="0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0" name="Google Shape;1380;p27"/>
          <p:cNvSpPr/>
          <p:nvPr/>
        </p:nvSpPr>
        <p:spPr>
          <a:xfrm rot="5400000">
            <a:off x="1374876" y="1686211"/>
            <a:ext cx="293111" cy="293388"/>
          </a:xfrm>
          <a:custGeom>
            <a:avLst/>
            <a:gdLst/>
            <a:ahLst/>
            <a:cxnLst/>
            <a:rect l="l" t="t" r="r" b="b"/>
            <a:pathLst>
              <a:path w="23272" h="23294" extrusionOk="0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1" name="Google Shape;1381;p27"/>
          <p:cNvSpPr/>
          <p:nvPr/>
        </p:nvSpPr>
        <p:spPr>
          <a:xfrm rot="5400000">
            <a:off x="1413610" y="1725239"/>
            <a:ext cx="215626" cy="215337"/>
          </a:xfrm>
          <a:custGeom>
            <a:avLst/>
            <a:gdLst/>
            <a:ahLst/>
            <a:cxnLst/>
            <a:rect l="l" t="t" r="r" b="b"/>
            <a:pathLst>
              <a:path w="17120" h="17097" extrusionOk="0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2" name="Google Shape;1382;p27"/>
          <p:cNvSpPr/>
          <p:nvPr/>
        </p:nvSpPr>
        <p:spPr>
          <a:xfrm rot="5400000">
            <a:off x="1411362" y="1722714"/>
            <a:ext cx="220123" cy="220400"/>
          </a:xfrm>
          <a:custGeom>
            <a:avLst/>
            <a:gdLst/>
            <a:ahLst/>
            <a:cxnLst/>
            <a:rect l="l" t="t" r="r" b="b"/>
            <a:pathLst>
              <a:path w="17477" h="17499" extrusionOk="0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3" name="Google Shape;1383;p27"/>
          <p:cNvSpPr/>
          <p:nvPr/>
        </p:nvSpPr>
        <p:spPr>
          <a:xfrm rot="5400000">
            <a:off x="1453339" y="1764682"/>
            <a:ext cx="136177" cy="136177"/>
          </a:xfrm>
          <a:custGeom>
            <a:avLst/>
            <a:gdLst/>
            <a:ahLst/>
            <a:cxnLst/>
            <a:rect l="l" t="t" r="r" b="b"/>
            <a:pathLst>
              <a:path w="10812" h="10812" extrusionOk="0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4" name="Google Shape;1384;p27"/>
          <p:cNvSpPr/>
          <p:nvPr/>
        </p:nvSpPr>
        <p:spPr>
          <a:xfrm rot="5400000">
            <a:off x="1450946" y="1762579"/>
            <a:ext cx="140951" cy="140674"/>
          </a:xfrm>
          <a:custGeom>
            <a:avLst/>
            <a:gdLst/>
            <a:ahLst/>
            <a:cxnLst/>
            <a:rect l="l" t="t" r="r" b="b"/>
            <a:pathLst>
              <a:path w="11191" h="11169" extrusionOk="0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5" name="Google Shape;1385;p27"/>
          <p:cNvGrpSpPr/>
          <p:nvPr/>
        </p:nvGrpSpPr>
        <p:grpSpPr>
          <a:xfrm rot="5400000">
            <a:off x="1701119" y="1515381"/>
            <a:ext cx="175013" cy="27000"/>
            <a:chOff x="5662375" y="212375"/>
            <a:chExt cx="175013" cy="27000"/>
          </a:xfrm>
        </p:grpSpPr>
        <p:sp>
          <p:nvSpPr>
            <p:cNvPr id="1386" name="Google Shape;1386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9" name="Google Shape;1389;p27"/>
          <p:cNvGrpSpPr/>
          <p:nvPr/>
        </p:nvGrpSpPr>
        <p:grpSpPr>
          <a:xfrm rot="5400000">
            <a:off x="1819519" y="4562081"/>
            <a:ext cx="175013" cy="27000"/>
            <a:chOff x="5662375" y="212375"/>
            <a:chExt cx="175013" cy="27000"/>
          </a:xfrm>
        </p:grpSpPr>
        <p:sp>
          <p:nvSpPr>
            <p:cNvPr id="1390" name="Google Shape;1390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3" name="Google Shape;1393;p27"/>
          <p:cNvGrpSpPr/>
          <p:nvPr/>
        </p:nvGrpSpPr>
        <p:grpSpPr>
          <a:xfrm rot="5400000">
            <a:off x="408594" y="4140781"/>
            <a:ext cx="175013" cy="27000"/>
            <a:chOff x="5662375" y="212375"/>
            <a:chExt cx="175013" cy="27000"/>
          </a:xfrm>
        </p:grpSpPr>
        <p:sp>
          <p:nvSpPr>
            <p:cNvPr id="1394" name="Google Shape;1394;p27"/>
            <p:cNvSpPr/>
            <p:nvPr/>
          </p:nvSpPr>
          <p:spPr>
            <a:xfrm>
              <a:off x="5662375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7"/>
            <p:cNvSpPr/>
            <p:nvPr/>
          </p:nvSpPr>
          <p:spPr>
            <a:xfrm>
              <a:off x="5736381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7"/>
            <p:cNvSpPr/>
            <p:nvPr/>
          </p:nvSpPr>
          <p:spPr>
            <a:xfrm>
              <a:off x="5810388" y="212375"/>
              <a:ext cx="27000" cy="27000"/>
            </a:xfrm>
            <a:prstGeom prst="ellipse">
              <a:avLst/>
            </a:prstGeom>
            <a:solidFill>
              <a:srgbClr val="59595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9"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8" name="Google Shape;1398;p28"/>
          <p:cNvGrpSpPr/>
          <p:nvPr/>
        </p:nvGrpSpPr>
        <p:grpSpPr>
          <a:xfrm>
            <a:off x="261711" y="-1158"/>
            <a:ext cx="8550326" cy="3981600"/>
            <a:chOff x="261711" y="-1158"/>
            <a:chExt cx="8550326" cy="3981600"/>
          </a:xfrm>
        </p:grpSpPr>
        <p:cxnSp>
          <p:nvCxnSpPr>
            <p:cNvPr id="1399" name="Google Shape;1399;p28"/>
            <p:cNvCxnSpPr/>
            <p:nvPr/>
          </p:nvCxnSpPr>
          <p:spPr>
            <a:xfrm>
              <a:off x="515925" y="-1158"/>
              <a:ext cx="0" cy="39816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00" name="Google Shape;1400;p28"/>
            <p:cNvCxnSpPr/>
            <p:nvPr/>
          </p:nvCxnSpPr>
          <p:spPr>
            <a:xfrm>
              <a:off x="8666025" y="-1158"/>
              <a:ext cx="0" cy="19020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01" name="Google Shape;1401;p28"/>
            <p:cNvGrpSpPr/>
            <p:nvPr/>
          </p:nvGrpSpPr>
          <p:grpSpPr>
            <a:xfrm rot="10800000">
              <a:off x="343275" y="3300779"/>
              <a:ext cx="344736" cy="345385"/>
              <a:chOff x="7353050" y="316275"/>
              <a:chExt cx="292025" cy="292575"/>
            </a:xfrm>
          </p:grpSpPr>
          <p:sp>
            <p:nvSpPr>
              <p:cNvPr id="1402" name="Google Shape;1402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06" name="Google Shape;1406;p28"/>
            <p:cNvGrpSpPr/>
            <p:nvPr/>
          </p:nvGrpSpPr>
          <p:grpSpPr>
            <a:xfrm rot="10800000">
              <a:off x="8520013" y="714742"/>
              <a:ext cx="292025" cy="292575"/>
              <a:chOff x="7353050" y="316275"/>
              <a:chExt cx="292025" cy="292575"/>
            </a:xfrm>
          </p:grpSpPr>
          <p:sp>
            <p:nvSpPr>
              <p:cNvPr id="1407" name="Google Shape;1407;p28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Google Shape;1408;p28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Google Shape;1409;p28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Google Shape;1410;p28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11" name="Google Shape;1411;p28"/>
            <p:cNvGrpSpPr/>
            <p:nvPr/>
          </p:nvGrpSpPr>
          <p:grpSpPr>
            <a:xfrm rot="10800000">
              <a:off x="261711" y="465077"/>
              <a:ext cx="507562" cy="507984"/>
              <a:chOff x="8064275" y="887850"/>
              <a:chExt cx="581800" cy="582350"/>
            </a:xfrm>
          </p:grpSpPr>
          <p:sp>
            <p:nvSpPr>
              <p:cNvPr id="1412" name="Google Shape;1412;p28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28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28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28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28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8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20">
    <p:spTree>
      <p:nvGrpSpPr>
        <p:cNvPr id="1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9" name="Google Shape;1419;p29"/>
          <p:cNvGrpSpPr/>
          <p:nvPr/>
        </p:nvGrpSpPr>
        <p:grpSpPr>
          <a:xfrm>
            <a:off x="432850" y="0"/>
            <a:ext cx="8278300" cy="5165700"/>
            <a:chOff x="432850" y="0"/>
            <a:chExt cx="8278300" cy="5165700"/>
          </a:xfrm>
        </p:grpSpPr>
        <p:cxnSp>
          <p:nvCxnSpPr>
            <p:cNvPr id="1420" name="Google Shape;1420;p29"/>
            <p:cNvCxnSpPr/>
            <p:nvPr/>
          </p:nvCxnSpPr>
          <p:spPr>
            <a:xfrm rot="10800000">
              <a:off x="8420275" y="2664300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21" name="Google Shape;1421;p29"/>
            <p:cNvGrpSpPr/>
            <p:nvPr/>
          </p:nvGrpSpPr>
          <p:grpSpPr>
            <a:xfrm>
              <a:off x="8129350" y="4292175"/>
              <a:ext cx="581800" cy="582350"/>
              <a:chOff x="8064275" y="887850"/>
              <a:chExt cx="581800" cy="582350"/>
            </a:xfrm>
          </p:grpSpPr>
          <p:sp>
            <p:nvSpPr>
              <p:cNvPr id="1422" name="Google Shape;1422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8274238" y="3720600"/>
              <a:ext cx="292025" cy="292575"/>
              <a:chOff x="7353050" y="316275"/>
              <a:chExt cx="292025" cy="292575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33" name="Google Shape;1433;p29"/>
            <p:cNvGrpSpPr/>
            <p:nvPr/>
          </p:nvGrpSpPr>
          <p:grpSpPr>
            <a:xfrm>
              <a:off x="8332763" y="3212475"/>
              <a:ext cx="175000" cy="175000"/>
              <a:chOff x="8792300" y="321275"/>
              <a:chExt cx="175000" cy="175000"/>
            </a:xfrm>
          </p:grpSpPr>
          <p:sp>
            <p:nvSpPr>
              <p:cNvPr id="1434" name="Google Shape;1434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38" name="Google Shape;1438;p29"/>
            <p:cNvCxnSpPr/>
            <p:nvPr/>
          </p:nvCxnSpPr>
          <p:spPr>
            <a:xfrm>
              <a:off x="723725" y="613"/>
              <a:ext cx="0" cy="25014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39" name="Google Shape;1439;p29"/>
            <p:cNvGrpSpPr/>
            <p:nvPr/>
          </p:nvGrpSpPr>
          <p:grpSpPr>
            <a:xfrm rot="10800000">
              <a:off x="432850" y="291788"/>
              <a:ext cx="581800" cy="582350"/>
              <a:chOff x="8064275" y="887850"/>
              <a:chExt cx="581800" cy="582350"/>
            </a:xfrm>
          </p:grpSpPr>
          <p:sp>
            <p:nvSpPr>
              <p:cNvPr id="1440" name="Google Shape;1440;p29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Google Shape;1441;p29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6" name="Google Shape;1446;p29"/>
            <p:cNvGrpSpPr/>
            <p:nvPr/>
          </p:nvGrpSpPr>
          <p:grpSpPr>
            <a:xfrm rot="10800000">
              <a:off x="577738" y="1153138"/>
              <a:ext cx="292025" cy="292575"/>
              <a:chOff x="7353050" y="316275"/>
              <a:chExt cx="292025" cy="292575"/>
            </a:xfrm>
          </p:grpSpPr>
          <p:sp>
            <p:nvSpPr>
              <p:cNvPr id="1447" name="Google Shape;1447;p29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1" name="Google Shape;1451;p29"/>
            <p:cNvGrpSpPr/>
            <p:nvPr/>
          </p:nvGrpSpPr>
          <p:grpSpPr>
            <a:xfrm rot="10800000">
              <a:off x="636238" y="1778838"/>
              <a:ext cx="175000" cy="175000"/>
              <a:chOff x="8792300" y="321275"/>
              <a:chExt cx="175000" cy="175000"/>
            </a:xfrm>
          </p:grpSpPr>
          <p:sp>
            <p:nvSpPr>
              <p:cNvPr id="1452" name="Google Shape;1452;p29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432850" y="2003163"/>
              <a:ext cx="175013" cy="27000"/>
              <a:chOff x="5662375" y="212375"/>
              <a:chExt cx="175013" cy="27000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0" name="Google Shape;1460;p29"/>
            <p:cNvGrpSpPr/>
            <p:nvPr/>
          </p:nvGrpSpPr>
          <p:grpSpPr>
            <a:xfrm>
              <a:off x="788100" y="208488"/>
              <a:ext cx="175013" cy="27000"/>
              <a:chOff x="5662375" y="212375"/>
              <a:chExt cx="175013" cy="27000"/>
            </a:xfrm>
          </p:grpSpPr>
          <p:sp>
            <p:nvSpPr>
              <p:cNvPr id="1461" name="Google Shape;1461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4" name="Google Shape;1464;p29"/>
            <p:cNvGrpSpPr/>
            <p:nvPr/>
          </p:nvGrpSpPr>
          <p:grpSpPr>
            <a:xfrm>
              <a:off x="8129350" y="4988725"/>
              <a:ext cx="175013" cy="27000"/>
              <a:chOff x="5662375" y="212375"/>
              <a:chExt cx="175013" cy="27000"/>
            </a:xfrm>
          </p:grpSpPr>
          <p:sp>
            <p:nvSpPr>
              <p:cNvPr id="1465" name="Google Shape;1465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Google Shape;1467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68" name="Google Shape;1468;p29"/>
            <p:cNvGrpSpPr/>
            <p:nvPr/>
          </p:nvGrpSpPr>
          <p:grpSpPr>
            <a:xfrm>
              <a:off x="8497550" y="3429425"/>
              <a:ext cx="175013" cy="27000"/>
              <a:chOff x="5662375" y="212375"/>
              <a:chExt cx="175013" cy="27000"/>
            </a:xfrm>
          </p:grpSpPr>
          <p:sp>
            <p:nvSpPr>
              <p:cNvPr id="1469" name="Google Shape;1469;p29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Google Shape;1470;p29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Google Shape;1471;p29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472" name="Google Shape;1472;p29"/>
            <p:cNvCxnSpPr/>
            <p:nvPr/>
          </p:nvCxnSpPr>
          <p:spPr>
            <a:xfrm>
              <a:off x="8407225" y="0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3" name="Google Shape;1473;p29"/>
            <p:cNvCxnSpPr/>
            <p:nvPr/>
          </p:nvCxnSpPr>
          <p:spPr>
            <a:xfrm>
              <a:off x="718025" y="2985634"/>
              <a:ext cx="0" cy="2160900"/>
            </a:xfrm>
            <a:prstGeom prst="straightConnector1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74" name="Google Shape;1474;p29"/>
            <p:cNvSpPr/>
            <p:nvPr/>
          </p:nvSpPr>
          <p:spPr>
            <a:xfrm>
              <a:off x="671825" y="458788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9"/>
            <p:cNvSpPr/>
            <p:nvPr/>
          </p:nvSpPr>
          <p:spPr>
            <a:xfrm>
              <a:off x="671825" y="3940338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9"/>
            <p:cNvSpPr/>
            <p:nvPr/>
          </p:nvSpPr>
          <p:spPr>
            <a:xfrm>
              <a:off x="8361025" y="1453500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9"/>
            <p:cNvSpPr/>
            <p:nvPr/>
          </p:nvSpPr>
          <p:spPr>
            <a:xfrm>
              <a:off x="8361025" y="234875"/>
              <a:ext cx="92400" cy="92400"/>
            </a:xfrm>
            <a:prstGeom prst="ellipse">
              <a:avLst/>
            </a:prstGeom>
            <a:solidFill>
              <a:srgbClr val="595959"/>
            </a:solidFill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4">
  <p:cSld name="CUSTOM_21"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9" name="Google Shape;1479;p30"/>
          <p:cNvGrpSpPr/>
          <p:nvPr/>
        </p:nvGrpSpPr>
        <p:grpSpPr>
          <a:xfrm>
            <a:off x="-6867" y="-6625"/>
            <a:ext cx="9152342" cy="5102050"/>
            <a:chOff x="-6867" y="-6625"/>
            <a:chExt cx="9152342" cy="5102050"/>
          </a:xfrm>
        </p:grpSpPr>
        <p:cxnSp>
          <p:nvCxnSpPr>
            <p:cNvPr id="1480" name="Google Shape;1480;p30"/>
            <p:cNvCxnSpPr/>
            <p:nvPr/>
          </p:nvCxnSpPr>
          <p:spPr>
            <a:xfrm>
              <a:off x="2904283" y="4513075"/>
              <a:ext cx="1133100" cy="30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1" name="Google Shape;1481;p30"/>
            <p:cNvCxnSpPr/>
            <p:nvPr/>
          </p:nvCxnSpPr>
          <p:spPr>
            <a:xfrm rot="10800000" flipH="1">
              <a:off x="1562083" y="4492325"/>
              <a:ext cx="1342200" cy="315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2" name="Google Shape;1482;p30"/>
            <p:cNvCxnSpPr/>
            <p:nvPr/>
          </p:nvCxnSpPr>
          <p:spPr>
            <a:xfrm>
              <a:off x="259558" y="4408000"/>
              <a:ext cx="1332000" cy="392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3" name="Google Shape;1483;p30"/>
            <p:cNvCxnSpPr/>
            <p:nvPr/>
          </p:nvCxnSpPr>
          <p:spPr>
            <a:xfrm>
              <a:off x="-6867" y="3993550"/>
              <a:ext cx="273900" cy="407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484" name="Google Shape;1484;p30"/>
            <p:cNvGrpSpPr/>
            <p:nvPr/>
          </p:nvGrpSpPr>
          <p:grpSpPr>
            <a:xfrm flipH="1">
              <a:off x="1278333" y="4513075"/>
              <a:ext cx="581800" cy="582350"/>
              <a:chOff x="8064275" y="887850"/>
              <a:chExt cx="581800" cy="582350"/>
            </a:xfrm>
          </p:grpSpPr>
          <p:sp>
            <p:nvSpPr>
              <p:cNvPr id="1485" name="Google Shape;1485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1" name="Google Shape;1491;p30"/>
            <p:cNvGrpSpPr/>
            <p:nvPr/>
          </p:nvGrpSpPr>
          <p:grpSpPr>
            <a:xfrm flipH="1">
              <a:off x="2747608" y="4340463"/>
              <a:ext cx="292025" cy="292575"/>
              <a:chOff x="7353050" y="316275"/>
              <a:chExt cx="292025" cy="292575"/>
            </a:xfrm>
          </p:grpSpPr>
          <p:sp>
            <p:nvSpPr>
              <p:cNvPr id="1492" name="Google Shape;1492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Google Shape;1493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Google Shape;1494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Google Shape;1495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6" name="Google Shape;1496;p30"/>
            <p:cNvGrpSpPr/>
            <p:nvPr/>
          </p:nvGrpSpPr>
          <p:grpSpPr>
            <a:xfrm flipH="1">
              <a:off x="171308" y="4315025"/>
              <a:ext cx="175000" cy="175000"/>
              <a:chOff x="8792300" y="321275"/>
              <a:chExt cx="175000" cy="175000"/>
            </a:xfrm>
          </p:grpSpPr>
          <p:sp>
            <p:nvSpPr>
              <p:cNvPr id="1497" name="Google Shape;1497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Google Shape;1498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Google Shape;1499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Google Shape;1500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1" name="Google Shape;1501;p30"/>
            <p:cNvGrpSpPr/>
            <p:nvPr/>
          </p:nvGrpSpPr>
          <p:grpSpPr>
            <a:xfrm>
              <a:off x="3873197" y="4657550"/>
              <a:ext cx="293111" cy="293388"/>
              <a:chOff x="3164039" y="430875"/>
              <a:chExt cx="293111" cy="293388"/>
            </a:xfrm>
          </p:grpSpPr>
          <p:sp>
            <p:nvSpPr>
              <p:cNvPr id="1502" name="Google Shape;1502;p30"/>
              <p:cNvSpPr/>
              <p:nvPr/>
            </p:nvSpPr>
            <p:spPr>
              <a:xfrm flipH="1">
                <a:off x="3166281" y="433407"/>
                <a:ext cx="288614" cy="288337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Google Shape;1503;p30"/>
              <p:cNvSpPr/>
              <p:nvPr/>
            </p:nvSpPr>
            <p:spPr>
              <a:xfrm flipH="1">
                <a:off x="3164039" y="430875"/>
                <a:ext cx="293111" cy="293388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Google Shape;1504;p30"/>
              <p:cNvSpPr/>
              <p:nvPr/>
            </p:nvSpPr>
            <p:spPr>
              <a:xfrm flipH="1">
                <a:off x="3202780" y="469909"/>
                <a:ext cx="215626" cy="215337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Google Shape;1505;p30"/>
              <p:cNvSpPr/>
              <p:nvPr/>
            </p:nvSpPr>
            <p:spPr>
              <a:xfrm flipH="1">
                <a:off x="3200525" y="467377"/>
                <a:ext cx="220123" cy="220400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Google Shape;1506;p30"/>
              <p:cNvSpPr/>
              <p:nvPr/>
            </p:nvSpPr>
            <p:spPr>
              <a:xfrm flipH="1">
                <a:off x="3242641" y="509484"/>
                <a:ext cx="136177" cy="136177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Google Shape;1507;p30"/>
              <p:cNvSpPr/>
              <p:nvPr/>
            </p:nvSpPr>
            <p:spPr>
              <a:xfrm flipH="1">
                <a:off x="3240109" y="507242"/>
                <a:ext cx="140951" cy="140674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08" name="Google Shape;1508;p30"/>
            <p:cNvGrpSpPr/>
            <p:nvPr/>
          </p:nvGrpSpPr>
          <p:grpSpPr>
            <a:xfrm flipH="1">
              <a:off x="242270" y="4142425"/>
              <a:ext cx="175013" cy="27000"/>
              <a:chOff x="5662375" y="212375"/>
              <a:chExt cx="175013" cy="27000"/>
            </a:xfrm>
          </p:grpSpPr>
          <p:sp>
            <p:nvSpPr>
              <p:cNvPr id="1509" name="Google Shape;150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Google Shape;151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Google Shape;151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12" name="Google Shape;1512;p30"/>
            <p:cNvCxnSpPr/>
            <p:nvPr/>
          </p:nvCxnSpPr>
          <p:spPr>
            <a:xfrm rot="10800000">
              <a:off x="5995050" y="226600"/>
              <a:ext cx="1504500" cy="2247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3" name="Google Shape;1513;p30"/>
            <p:cNvCxnSpPr/>
            <p:nvPr/>
          </p:nvCxnSpPr>
          <p:spPr>
            <a:xfrm rot="10800000">
              <a:off x="7512925" y="457850"/>
              <a:ext cx="829500" cy="7434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4" name="Google Shape;1514;p30"/>
            <p:cNvCxnSpPr/>
            <p:nvPr/>
          </p:nvCxnSpPr>
          <p:spPr>
            <a:xfrm flipH="1">
              <a:off x="8348975" y="-6625"/>
              <a:ext cx="796500" cy="1188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15" name="Google Shape;1515;p30"/>
            <p:cNvGrpSpPr/>
            <p:nvPr/>
          </p:nvGrpSpPr>
          <p:grpSpPr>
            <a:xfrm>
              <a:off x="8064275" y="1040250"/>
              <a:ext cx="581800" cy="582350"/>
              <a:chOff x="8064275" y="887850"/>
              <a:chExt cx="581800" cy="582350"/>
            </a:xfrm>
          </p:grpSpPr>
          <p:sp>
            <p:nvSpPr>
              <p:cNvPr id="1516" name="Google Shape;1516;p30"/>
              <p:cNvSpPr/>
              <p:nvPr/>
            </p:nvSpPr>
            <p:spPr>
              <a:xfrm>
                <a:off x="8068750" y="892875"/>
                <a:ext cx="572875" cy="572325"/>
              </a:xfrm>
              <a:custGeom>
                <a:avLst/>
                <a:gdLst/>
                <a:ahLst/>
                <a:cxnLst/>
                <a:rect l="l" t="t" r="r" b="b"/>
                <a:pathLst>
                  <a:path w="22915" h="22893" extrusionOk="0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Google Shape;1517;p30"/>
              <p:cNvSpPr/>
              <p:nvPr/>
            </p:nvSpPr>
            <p:spPr>
              <a:xfrm>
                <a:off x="8064275" y="887850"/>
                <a:ext cx="581800" cy="582350"/>
              </a:xfrm>
              <a:custGeom>
                <a:avLst/>
                <a:gdLst/>
                <a:ahLst/>
                <a:cxnLst/>
                <a:rect l="l" t="t" r="r" b="b"/>
                <a:pathLst>
                  <a:path w="23272" h="23294" extrusionOk="0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Google Shape;1518;p30"/>
              <p:cNvSpPr/>
              <p:nvPr/>
            </p:nvSpPr>
            <p:spPr>
              <a:xfrm>
                <a:off x="8141175" y="965325"/>
                <a:ext cx="428000" cy="427425"/>
              </a:xfrm>
              <a:custGeom>
                <a:avLst/>
                <a:gdLst/>
                <a:ahLst/>
                <a:cxnLst/>
                <a:rect l="l" t="t" r="r" b="b"/>
                <a:pathLst>
                  <a:path w="17120" h="17097" extrusionOk="0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Google Shape;1519;p30"/>
              <p:cNvSpPr/>
              <p:nvPr/>
            </p:nvSpPr>
            <p:spPr>
              <a:xfrm>
                <a:off x="8136725" y="960300"/>
                <a:ext cx="436925" cy="437475"/>
              </a:xfrm>
              <a:custGeom>
                <a:avLst/>
                <a:gdLst/>
                <a:ahLst/>
                <a:cxnLst/>
                <a:rect l="l" t="t" r="r" b="b"/>
                <a:pathLst>
                  <a:path w="17477" h="17499" extrusionOk="0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Google Shape;1520;p30"/>
              <p:cNvSpPr/>
              <p:nvPr/>
            </p:nvSpPr>
            <p:spPr>
              <a:xfrm>
                <a:off x="8219750" y="1043875"/>
                <a:ext cx="270300" cy="270300"/>
              </a:xfrm>
              <a:custGeom>
                <a:avLst/>
                <a:gdLst/>
                <a:ahLst/>
                <a:cxnLst/>
                <a:rect l="l" t="t" r="r" b="b"/>
                <a:pathLst>
                  <a:path w="10812" h="10812" extrusionOk="0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Google Shape;1521;p30"/>
              <p:cNvSpPr/>
              <p:nvPr/>
            </p:nvSpPr>
            <p:spPr>
              <a:xfrm>
                <a:off x="8215300" y="1039425"/>
                <a:ext cx="279775" cy="279225"/>
              </a:xfrm>
              <a:custGeom>
                <a:avLst/>
                <a:gdLst/>
                <a:ahLst/>
                <a:cxnLst/>
                <a:rect l="l" t="t" r="r" b="b"/>
                <a:pathLst>
                  <a:path w="11191" h="11169" extrusionOk="0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2" name="Google Shape;1522;p30"/>
            <p:cNvGrpSpPr/>
            <p:nvPr/>
          </p:nvGrpSpPr>
          <p:grpSpPr>
            <a:xfrm>
              <a:off x="7353050" y="316275"/>
              <a:ext cx="292025" cy="292575"/>
              <a:chOff x="7353050" y="316275"/>
              <a:chExt cx="292025" cy="292575"/>
            </a:xfrm>
          </p:grpSpPr>
          <p:sp>
            <p:nvSpPr>
              <p:cNvPr id="1523" name="Google Shape;1523;p30"/>
              <p:cNvSpPr/>
              <p:nvPr/>
            </p:nvSpPr>
            <p:spPr>
              <a:xfrm>
                <a:off x="7358075" y="321275"/>
                <a:ext cx="282550" cy="282550"/>
              </a:xfrm>
              <a:custGeom>
                <a:avLst/>
                <a:gdLst/>
                <a:ahLst/>
                <a:cxnLst/>
                <a:rect l="l" t="t" r="r" b="b"/>
                <a:pathLst>
                  <a:path w="11302" h="11302" extrusionOk="0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Google Shape;1524;p30"/>
              <p:cNvSpPr/>
              <p:nvPr/>
            </p:nvSpPr>
            <p:spPr>
              <a:xfrm>
                <a:off x="7353050" y="316275"/>
                <a:ext cx="292025" cy="292575"/>
              </a:xfrm>
              <a:custGeom>
                <a:avLst/>
                <a:gdLst/>
                <a:ahLst/>
                <a:cxnLst/>
                <a:rect l="l" t="t" r="r" b="b"/>
                <a:pathLst>
                  <a:path w="11681" h="11703" extrusionOk="0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Google Shape;1525;p30"/>
              <p:cNvSpPr/>
              <p:nvPr/>
            </p:nvSpPr>
            <p:spPr>
              <a:xfrm>
                <a:off x="7419925" y="383125"/>
                <a:ext cx="158275" cy="158300"/>
              </a:xfrm>
              <a:custGeom>
                <a:avLst/>
                <a:gdLst/>
                <a:ahLst/>
                <a:cxnLst/>
                <a:rect l="l" t="t" r="r" b="b"/>
                <a:pathLst>
                  <a:path w="6331" h="6332" extrusionOk="0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Google Shape;1526;p30"/>
              <p:cNvSpPr/>
              <p:nvPr/>
            </p:nvSpPr>
            <p:spPr>
              <a:xfrm>
                <a:off x="7415475" y="378675"/>
                <a:ext cx="167750" cy="167775"/>
              </a:xfrm>
              <a:custGeom>
                <a:avLst/>
                <a:gdLst/>
                <a:ahLst/>
                <a:cxnLst/>
                <a:rect l="l" t="t" r="r" b="b"/>
                <a:pathLst>
                  <a:path w="6710" h="6711" extrusionOk="0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27" name="Google Shape;1527;p30"/>
            <p:cNvGrpSpPr/>
            <p:nvPr/>
          </p:nvGrpSpPr>
          <p:grpSpPr>
            <a:xfrm>
              <a:off x="8792300" y="321275"/>
              <a:ext cx="175000" cy="175000"/>
              <a:chOff x="8792300" y="321275"/>
              <a:chExt cx="175000" cy="175000"/>
            </a:xfrm>
          </p:grpSpPr>
          <p:sp>
            <p:nvSpPr>
              <p:cNvPr id="1528" name="Google Shape;1528;p30"/>
              <p:cNvSpPr/>
              <p:nvPr/>
            </p:nvSpPr>
            <p:spPr>
              <a:xfrm>
                <a:off x="8796750" y="326300"/>
                <a:ext cx="166100" cy="165525"/>
              </a:xfrm>
              <a:custGeom>
                <a:avLst/>
                <a:gdLst/>
                <a:ahLst/>
                <a:cxnLst/>
                <a:rect l="l" t="t" r="r" b="b"/>
                <a:pathLst>
                  <a:path w="6644" h="6621" extrusionOk="0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Google Shape;1529;p30"/>
              <p:cNvSpPr/>
              <p:nvPr/>
            </p:nvSpPr>
            <p:spPr>
              <a:xfrm>
                <a:off x="8792300" y="321275"/>
                <a:ext cx="175000" cy="175000"/>
              </a:xfrm>
              <a:custGeom>
                <a:avLst/>
                <a:gdLst/>
                <a:ahLst/>
                <a:cxnLst/>
                <a:rect l="l" t="t" r="r" b="b"/>
                <a:pathLst>
                  <a:path w="7000" h="7000" extrusionOk="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Google Shape;1530;p30"/>
              <p:cNvSpPr/>
              <p:nvPr/>
            </p:nvSpPr>
            <p:spPr>
              <a:xfrm>
                <a:off x="8833525" y="362525"/>
                <a:ext cx="92550" cy="93075"/>
              </a:xfrm>
              <a:custGeom>
                <a:avLst/>
                <a:gdLst/>
                <a:ahLst/>
                <a:cxnLst/>
                <a:rect l="l" t="t" r="r" b="b"/>
                <a:pathLst>
                  <a:path w="3702" h="3723" extrusionOk="0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Google Shape;1531;p30"/>
              <p:cNvSpPr/>
              <p:nvPr/>
            </p:nvSpPr>
            <p:spPr>
              <a:xfrm>
                <a:off x="8828525" y="358050"/>
                <a:ext cx="102550" cy="102000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4080" extrusionOk="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532" name="Google Shape;1532;p30"/>
            <p:cNvSpPr/>
            <p:nvPr/>
          </p:nvSpPr>
          <p:spPr>
            <a:xfrm>
              <a:off x="5829305" y="68707"/>
              <a:ext cx="288614" cy="288337"/>
            </a:xfrm>
            <a:custGeom>
              <a:avLst/>
              <a:gdLst/>
              <a:ahLst/>
              <a:cxnLst/>
              <a:rect l="l" t="t" r="r" b="b"/>
              <a:pathLst>
                <a:path w="22915" h="22893" extrusionOk="0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30"/>
            <p:cNvSpPr/>
            <p:nvPr/>
          </p:nvSpPr>
          <p:spPr>
            <a:xfrm>
              <a:off x="5827050" y="66175"/>
              <a:ext cx="293111" cy="293388"/>
            </a:xfrm>
            <a:custGeom>
              <a:avLst/>
              <a:gdLst/>
              <a:ahLst/>
              <a:cxnLst/>
              <a:rect l="l" t="t" r="r" b="b"/>
              <a:pathLst>
                <a:path w="23272" h="23294" extrusionOk="0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30"/>
            <p:cNvSpPr/>
            <p:nvPr/>
          </p:nvSpPr>
          <p:spPr>
            <a:xfrm>
              <a:off x="5865794" y="105209"/>
              <a:ext cx="215626" cy="215337"/>
            </a:xfrm>
            <a:custGeom>
              <a:avLst/>
              <a:gdLst/>
              <a:ahLst/>
              <a:cxnLst/>
              <a:rect l="l" t="t" r="r" b="b"/>
              <a:pathLst>
                <a:path w="17120" h="17097" extrusionOk="0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30"/>
            <p:cNvSpPr/>
            <p:nvPr/>
          </p:nvSpPr>
          <p:spPr>
            <a:xfrm>
              <a:off x="5863552" y="102677"/>
              <a:ext cx="220123" cy="220400"/>
            </a:xfrm>
            <a:custGeom>
              <a:avLst/>
              <a:gdLst/>
              <a:ahLst/>
              <a:cxnLst/>
              <a:rect l="l" t="t" r="r" b="b"/>
              <a:pathLst>
                <a:path w="17477" h="17499" extrusionOk="0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30"/>
            <p:cNvSpPr/>
            <p:nvPr/>
          </p:nvSpPr>
          <p:spPr>
            <a:xfrm>
              <a:off x="5905382" y="144784"/>
              <a:ext cx="136177" cy="136177"/>
            </a:xfrm>
            <a:custGeom>
              <a:avLst/>
              <a:gdLst/>
              <a:ahLst/>
              <a:cxnLst/>
              <a:rect l="l" t="t" r="r" b="b"/>
              <a:pathLst>
                <a:path w="10812" h="10812" extrusionOk="0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30"/>
            <p:cNvSpPr/>
            <p:nvPr/>
          </p:nvSpPr>
          <p:spPr>
            <a:xfrm>
              <a:off x="5903140" y="142542"/>
              <a:ext cx="140951" cy="140674"/>
            </a:xfrm>
            <a:custGeom>
              <a:avLst/>
              <a:gdLst/>
              <a:ahLst/>
              <a:cxnLst/>
              <a:rect l="l" t="t" r="r" b="b"/>
              <a:pathLst>
                <a:path w="11191" h="11169" extrusionOk="0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8" name="Google Shape;1538;p30"/>
            <p:cNvGrpSpPr/>
            <p:nvPr/>
          </p:nvGrpSpPr>
          <p:grpSpPr>
            <a:xfrm>
              <a:off x="8490050" y="170875"/>
              <a:ext cx="175013" cy="27000"/>
              <a:chOff x="5662375" y="212375"/>
              <a:chExt cx="175013" cy="27000"/>
            </a:xfrm>
          </p:grpSpPr>
          <p:sp>
            <p:nvSpPr>
              <p:cNvPr id="1539" name="Google Shape;1539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2" name="Google Shape;1542;p30"/>
            <p:cNvGrpSpPr/>
            <p:nvPr/>
          </p:nvGrpSpPr>
          <p:grpSpPr>
            <a:xfrm>
              <a:off x="8678350" y="1658000"/>
              <a:ext cx="175013" cy="27000"/>
              <a:chOff x="5662375" y="212375"/>
              <a:chExt cx="175013" cy="27000"/>
            </a:xfrm>
          </p:grpSpPr>
          <p:sp>
            <p:nvSpPr>
              <p:cNvPr id="1543" name="Google Shape;1543;p30"/>
              <p:cNvSpPr/>
              <p:nvPr/>
            </p:nvSpPr>
            <p:spPr>
              <a:xfrm>
                <a:off x="5662375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Google Shape;1544;p30"/>
              <p:cNvSpPr/>
              <p:nvPr/>
            </p:nvSpPr>
            <p:spPr>
              <a:xfrm>
                <a:off x="5736381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Google Shape;1545;p30"/>
              <p:cNvSpPr/>
              <p:nvPr/>
            </p:nvSpPr>
            <p:spPr>
              <a:xfrm>
                <a:off x="5810388" y="212375"/>
                <a:ext cx="27000" cy="270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3750" y="526925"/>
            <a:ext cx="7696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Fjalla One"/>
              <a:buNone/>
              <a:defRPr sz="2800">
                <a:solidFill>
                  <a:schemeClr val="dk2"/>
                </a:solidFill>
                <a:latin typeface="Fjalla One"/>
                <a:ea typeface="Fjalla One"/>
                <a:cs typeface="Fjalla One"/>
                <a:sym typeface="Fjalla On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3" r:id="rId4"/>
    <p:sldLayoutId id="2147483655" r:id="rId5"/>
    <p:sldLayoutId id="2147483656" r:id="rId6"/>
    <p:sldLayoutId id="2147483658" r:id="rId7"/>
    <p:sldLayoutId id="2147483659" r:id="rId8"/>
    <p:sldLayoutId id="2147483660" r:id="rId9"/>
    <p:sldLayoutId id="2147483661" r:id="rId10"/>
    <p:sldLayoutId id="2147483666" r:id="rId11"/>
    <p:sldLayoutId id="2147483669" r:id="rId12"/>
    <p:sldLayoutId id="2147483670" r:id="rId13"/>
    <p:sldLayoutId id="2147483672" r:id="rId14"/>
    <p:sldLayoutId id="2147483673" r:id="rId15"/>
    <p:sldLayoutId id="2147483674" r:id="rId16"/>
    <p:sldLayoutId id="2147483675" r:id="rId17"/>
    <p:sldLayoutId id="2147483676" r:id="rId18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jp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0" name="Google Shape;1690;p35"/>
          <p:cNvGrpSpPr/>
          <p:nvPr/>
        </p:nvGrpSpPr>
        <p:grpSpPr>
          <a:xfrm>
            <a:off x="0" y="2466636"/>
            <a:ext cx="3038400" cy="2676864"/>
            <a:chOff x="469775" y="238125"/>
            <a:chExt cx="6679425" cy="5229600"/>
          </a:xfrm>
        </p:grpSpPr>
        <p:sp>
          <p:nvSpPr>
            <p:cNvPr id="1691" name="Google Shape;1691;p35"/>
            <p:cNvSpPr/>
            <p:nvPr/>
          </p:nvSpPr>
          <p:spPr>
            <a:xfrm>
              <a:off x="830950" y="238200"/>
              <a:ext cx="6001825" cy="5109175"/>
            </a:xfrm>
            <a:custGeom>
              <a:avLst/>
              <a:gdLst/>
              <a:ahLst/>
              <a:cxnLst/>
              <a:rect l="l" t="t" r="r" b="b"/>
              <a:pathLst>
                <a:path w="240073" h="204367" extrusionOk="0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35"/>
            <p:cNvSpPr/>
            <p:nvPr/>
          </p:nvSpPr>
          <p:spPr>
            <a:xfrm>
              <a:off x="1009000" y="238125"/>
              <a:ext cx="5764775" cy="5102425"/>
            </a:xfrm>
            <a:custGeom>
              <a:avLst/>
              <a:gdLst/>
              <a:ahLst/>
              <a:cxnLst/>
              <a:rect l="l" t="t" r="r" b="b"/>
              <a:pathLst>
                <a:path w="230591" h="204097" extrusionOk="0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35"/>
            <p:cNvSpPr/>
            <p:nvPr/>
          </p:nvSpPr>
          <p:spPr>
            <a:xfrm>
              <a:off x="6155150" y="3211050"/>
              <a:ext cx="888225" cy="2247525"/>
            </a:xfrm>
            <a:custGeom>
              <a:avLst/>
              <a:gdLst/>
              <a:ahLst/>
              <a:cxnLst/>
              <a:rect l="l" t="t" r="r" b="b"/>
              <a:pathLst>
                <a:path w="35529" h="89901" extrusionOk="0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35"/>
            <p:cNvSpPr/>
            <p:nvPr/>
          </p:nvSpPr>
          <p:spPr>
            <a:xfrm>
              <a:off x="2992975" y="2455100"/>
              <a:ext cx="2658575" cy="3012625"/>
            </a:xfrm>
            <a:custGeom>
              <a:avLst/>
              <a:gdLst/>
              <a:ahLst/>
              <a:cxnLst/>
              <a:rect l="l" t="t" r="r" b="b"/>
              <a:pathLst>
                <a:path w="106343" h="120505" extrusionOk="0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35"/>
            <p:cNvSpPr/>
            <p:nvPr/>
          </p:nvSpPr>
          <p:spPr>
            <a:xfrm>
              <a:off x="2992975" y="2709450"/>
              <a:ext cx="2434725" cy="2758275"/>
            </a:xfrm>
            <a:custGeom>
              <a:avLst/>
              <a:gdLst/>
              <a:ahLst/>
              <a:cxnLst/>
              <a:rect l="l" t="t" r="r" b="b"/>
              <a:pathLst>
                <a:path w="97389" h="110331" extrusionOk="0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35"/>
            <p:cNvSpPr/>
            <p:nvPr/>
          </p:nvSpPr>
          <p:spPr>
            <a:xfrm>
              <a:off x="5418525" y="2464250"/>
              <a:ext cx="224875" cy="2994325"/>
            </a:xfrm>
            <a:custGeom>
              <a:avLst/>
              <a:gdLst/>
              <a:ahLst/>
              <a:cxnLst/>
              <a:rect l="l" t="t" r="r" b="b"/>
              <a:pathLst>
                <a:path w="8995" h="119773" extrusionOk="0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35"/>
            <p:cNvSpPr/>
            <p:nvPr/>
          </p:nvSpPr>
          <p:spPr>
            <a:xfrm>
              <a:off x="55335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35"/>
            <p:cNvSpPr/>
            <p:nvPr/>
          </p:nvSpPr>
          <p:spPr>
            <a:xfrm>
              <a:off x="5525350" y="4898950"/>
              <a:ext cx="126200" cy="568775"/>
            </a:xfrm>
            <a:custGeom>
              <a:avLst/>
              <a:gdLst/>
              <a:ahLst/>
              <a:cxnLst/>
              <a:rect l="l" t="t" r="r" b="b"/>
              <a:pathLst>
                <a:path w="5048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35"/>
            <p:cNvSpPr/>
            <p:nvPr/>
          </p:nvSpPr>
          <p:spPr>
            <a:xfrm>
              <a:off x="5643375" y="4524550"/>
              <a:ext cx="474150" cy="934025"/>
            </a:xfrm>
            <a:custGeom>
              <a:avLst/>
              <a:gdLst/>
              <a:ahLst/>
              <a:cxnLst/>
              <a:rect l="l" t="t" r="r" b="b"/>
              <a:pathLst>
                <a:path w="18966" h="37361" extrusionOk="0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35"/>
            <p:cNvSpPr/>
            <p:nvPr/>
          </p:nvSpPr>
          <p:spPr>
            <a:xfrm>
              <a:off x="56342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35"/>
            <p:cNvSpPr/>
            <p:nvPr/>
          </p:nvSpPr>
          <p:spPr>
            <a:xfrm>
              <a:off x="1820900" y="4907100"/>
              <a:ext cx="109900" cy="551475"/>
            </a:xfrm>
            <a:custGeom>
              <a:avLst/>
              <a:gdLst/>
              <a:ahLst/>
              <a:cxnLst/>
              <a:rect l="l" t="t" r="r" b="b"/>
              <a:pathLst>
                <a:path w="4396" h="22059" extrusionOk="0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35"/>
            <p:cNvSpPr/>
            <p:nvPr/>
          </p:nvSpPr>
          <p:spPr>
            <a:xfrm>
              <a:off x="1812775" y="4898950"/>
              <a:ext cx="126175" cy="568775"/>
            </a:xfrm>
            <a:custGeom>
              <a:avLst/>
              <a:gdLst/>
              <a:ahLst/>
              <a:cxnLst/>
              <a:rect l="l" t="t" r="r" b="b"/>
              <a:pathLst>
                <a:path w="5047" h="22751" extrusionOk="0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3" name="Google Shape;1703;p35"/>
            <p:cNvSpPr/>
            <p:nvPr/>
          </p:nvSpPr>
          <p:spPr>
            <a:xfrm>
              <a:off x="1930800" y="4524550"/>
              <a:ext cx="474125" cy="934025"/>
            </a:xfrm>
            <a:custGeom>
              <a:avLst/>
              <a:gdLst/>
              <a:ahLst/>
              <a:cxnLst/>
              <a:rect l="l" t="t" r="r" b="b"/>
              <a:pathLst>
                <a:path w="18965" h="37361" extrusionOk="0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4" name="Google Shape;1704;p35"/>
            <p:cNvSpPr/>
            <p:nvPr/>
          </p:nvSpPr>
          <p:spPr>
            <a:xfrm>
              <a:off x="1921625" y="4516325"/>
              <a:ext cx="491450" cy="951400"/>
            </a:xfrm>
            <a:custGeom>
              <a:avLst/>
              <a:gdLst/>
              <a:ahLst/>
              <a:cxnLst/>
              <a:rect l="l" t="t" r="r" b="b"/>
              <a:pathLst>
                <a:path w="19658" h="38056" extrusionOk="0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5" name="Google Shape;1705;p35"/>
            <p:cNvSpPr/>
            <p:nvPr/>
          </p:nvSpPr>
          <p:spPr>
            <a:xfrm>
              <a:off x="1398675" y="4437050"/>
              <a:ext cx="5067825" cy="567750"/>
            </a:xfrm>
            <a:custGeom>
              <a:avLst/>
              <a:gdLst/>
              <a:ahLst/>
              <a:cxnLst/>
              <a:rect l="l" t="t" r="r" b="b"/>
              <a:pathLst>
                <a:path w="202713" h="22710" extrusionOk="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6" name="Google Shape;1706;p35"/>
            <p:cNvSpPr/>
            <p:nvPr/>
          </p:nvSpPr>
          <p:spPr>
            <a:xfrm>
              <a:off x="1390525" y="4428500"/>
              <a:ext cx="5084125" cy="584450"/>
            </a:xfrm>
            <a:custGeom>
              <a:avLst/>
              <a:gdLst/>
              <a:ahLst/>
              <a:cxnLst/>
              <a:rect l="l" t="t" r="r" b="b"/>
              <a:pathLst>
                <a:path w="203365" h="23378" extrusionOk="0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7" name="Google Shape;1707;p35"/>
            <p:cNvSpPr/>
            <p:nvPr/>
          </p:nvSpPr>
          <p:spPr>
            <a:xfrm>
              <a:off x="1400700" y="4437050"/>
              <a:ext cx="5065800" cy="531125"/>
            </a:xfrm>
            <a:custGeom>
              <a:avLst/>
              <a:gdLst/>
              <a:ahLst/>
              <a:cxnLst/>
              <a:rect l="l" t="t" r="r" b="b"/>
              <a:pathLst>
                <a:path w="202632" h="21245" extrusionOk="0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8" name="Google Shape;1708;p35"/>
            <p:cNvSpPr/>
            <p:nvPr/>
          </p:nvSpPr>
          <p:spPr>
            <a:xfrm>
              <a:off x="1391550" y="4427900"/>
              <a:ext cx="5084100" cy="549425"/>
            </a:xfrm>
            <a:custGeom>
              <a:avLst/>
              <a:gdLst/>
              <a:ahLst/>
              <a:cxnLst/>
              <a:rect l="l" t="t" r="r" b="b"/>
              <a:pathLst>
                <a:path w="203364" h="21977" extrusionOk="0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9" name="Google Shape;1709;p35"/>
            <p:cNvSpPr/>
            <p:nvPr/>
          </p:nvSpPr>
          <p:spPr>
            <a:xfrm>
              <a:off x="5056325" y="4664950"/>
              <a:ext cx="755975" cy="213700"/>
            </a:xfrm>
            <a:custGeom>
              <a:avLst/>
              <a:gdLst/>
              <a:ahLst/>
              <a:cxnLst/>
              <a:rect l="l" t="t" r="r" b="b"/>
              <a:pathLst>
                <a:path w="30239" h="8548" extrusionOk="0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0" name="Google Shape;1710;p35"/>
            <p:cNvSpPr/>
            <p:nvPr/>
          </p:nvSpPr>
          <p:spPr>
            <a:xfrm>
              <a:off x="5047175" y="4656825"/>
              <a:ext cx="774275" cy="230975"/>
            </a:xfrm>
            <a:custGeom>
              <a:avLst/>
              <a:gdLst/>
              <a:ahLst/>
              <a:cxnLst/>
              <a:rect l="l" t="t" r="r" b="b"/>
              <a:pathLst>
                <a:path w="30971" h="9239" extrusionOk="0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35"/>
            <p:cNvSpPr/>
            <p:nvPr/>
          </p:nvSpPr>
          <p:spPr>
            <a:xfrm>
              <a:off x="5774625" y="4437050"/>
              <a:ext cx="691875" cy="567750"/>
            </a:xfrm>
            <a:custGeom>
              <a:avLst/>
              <a:gdLst/>
              <a:ahLst/>
              <a:cxnLst/>
              <a:rect l="l" t="t" r="r" b="b"/>
              <a:pathLst>
                <a:path w="27675" h="22710" extrusionOk="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35"/>
            <p:cNvSpPr/>
            <p:nvPr/>
          </p:nvSpPr>
          <p:spPr>
            <a:xfrm>
              <a:off x="5766475" y="4428250"/>
              <a:ext cx="708175" cy="584775"/>
            </a:xfrm>
            <a:custGeom>
              <a:avLst/>
              <a:gdLst/>
              <a:ahLst/>
              <a:cxnLst/>
              <a:rect l="l" t="t" r="r" b="b"/>
              <a:pathLst>
                <a:path w="28327" h="23391" extrusionOk="0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3" name="Google Shape;1713;p35"/>
            <p:cNvSpPr/>
            <p:nvPr/>
          </p:nvSpPr>
          <p:spPr>
            <a:xfrm>
              <a:off x="5189600" y="4452300"/>
              <a:ext cx="914700" cy="283675"/>
            </a:xfrm>
            <a:custGeom>
              <a:avLst/>
              <a:gdLst/>
              <a:ahLst/>
              <a:cxnLst/>
              <a:rect l="l" t="t" r="r" b="b"/>
              <a:pathLst>
                <a:path w="36588" h="11347" extrusionOk="0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4" name="Google Shape;1714;p35"/>
            <p:cNvSpPr/>
            <p:nvPr/>
          </p:nvSpPr>
          <p:spPr>
            <a:xfrm>
              <a:off x="5292375" y="4676900"/>
              <a:ext cx="262500" cy="176300"/>
            </a:xfrm>
            <a:custGeom>
              <a:avLst/>
              <a:gdLst/>
              <a:ahLst/>
              <a:cxnLst/>
              <a:rect l="l" t="t" r="r" b="b"/>
              <a:pathLst>
                <a:path w="10500" h="7052" extrusionOk="0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35"/>
            <p:cNvSpPr/>
            <p:nvPr/>
          </p:nvSpPr>
          <p:spPr>
            <a:xfrm>
              <a:off x="5442950" y="4707275"/>
              <a:ext cx="72250" cy="119475"/>
            </a:xfrm>
            <a:custGeom>
              <a:avLst/>
              <a:gdLst/>
              <a:ahLst/>
              <a:cxnLst/>
              <a:rect l="l" t="t" r="r" b="b"/>
              <a:pathLst>
                <a:path w="2890" h="4779" extrusionOk="0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35"/>
            <p:cNvSpPr/>
            <p:nvPr/>
          </p:nvSpPr>
          <p:spPr>
            <a:xfrm>
              <a:off x="3283975" y="4592725"/>
              <a:ext cx="2022650" cy="316425"/>
            </a:xfrm>
            <a:custGeom>
              <a:avLst/>
              <a:gdLst/>
              <a:ahLst/>
              <a:cxnLst/>
              <a:rect l="l" t="t" r="r" b="b"/>
              <a:pathLst>
                <a:path w="80906" h="12657" extrusionOk="0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35"/>
            <p:cNvSpPr/>
            <p:nvPr/>
          </p:nvSpPr>
          <p:spPr>
            <a:xfrm>
              <a:off x="3274800" y="4584575"/>
              <a:ext cx="2041000" cy="332725"/>
            </a:xfrm>
            <a:custGeom>
              <a:avLst/>
              <a:gdLst/>
              <a:ahLst/>
              <a:cxnLst/>
              <a:rect l="l" t="t" r="r" b="b"/>
              <a:pathLst>
                <a:path w="81640" h="13309" extrusionOk="0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35"/>
            <p:cNvSpPr/>
            <p:nvPr/>
          </p:nvSpPr>
          <p:spPr>
            <a:xfrm>
              <a:off x="4902700" y="4584475"/>
              <a:ext cx="413100" cy="352825"/>
            </a:xfrm>
            <a:custGeom>
              <a:avLst/>
              <a:gdLst/>
              <a:ahLst/>
              <a:cxnLst/>
              <a:rect l="l" t="t" r="r" b="b"/>
              <a:pathLst>
                <a:path w="16524" h="14113" extrusionOk="0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35"/>
            <p:cNvSpPr/>
            <p:nvPr/>
          </p:nvSpPr>
          <p:spPr>
            <a:xfrm>
              <a:off x="3283975" y="4909125"/>
              <a:ext cx="1626875" cy="19375"/>
            </a:xfrm>
            <a:custGeom>
              <a:avLst/>
              <a:gdLst/>
              <a:ahLst/>
              <a:cxnLst/>
              <a:rect l="l" t="t" r="r" b="b"/>
              <a:pathLst>
                <a:path w="65075" h="775" extrusionOk="0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720;p35"/>
            <p:cNvSpPr/>
            <p:nvPr/>
          </p:nvSpPr>
          <p:spPr>
            <a:xfrm>
              <a:off x="3274800" y="4899975"/>
              <a:ext cx="1645225" cy="37675"/>
            </a:xfrm>
            <a:custGeom>
              <a:avLst/>
              <a:gdLst/>
              <a:ahLst/>
              <a:cxnLst/>
              <a:rect l="l" t="t" r="r" b="b"/>
              <a:pathLst>
                <a:path w="65809" h="1507" extrusionOk="0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1" name="Google Shape;1721;p35"/>
            <p:cNvSpPr/>
            <p:nvPr/>
          </p:nvSpPr>
          <p:spPr>
            <a:xfrm>
              <a:off x="37530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35"/>
            <p:cNvSpPr/>
            <p:nvPr/>
          </p:nvSpPr>
          <p:spPr>
            <a:xfrm>
              <a:off x="38608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35"/>
            <p:cNvSpPr/>
            <p:nvPr/>
          </p:nvSpPr>
          <p:spPr>
            <a:xfrm>
              <a:off x="36451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35"/>
            <p:cNvSpPr/>
            <p:nvPr/>
          </p:nvSpPr>
          <p:spPr>
            <a:xfrm>
              <a:off x="36980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35"/>
            <p:cNvSpPr/>
            <p:nvPr/>
          </p:nvSpPr>
          <p:spPr>
            <a:xfrm>
              <a:off x="38578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35"/>
            <p:cNvSpPr/>
            <p:nvPr/>
          </p:nvSpPr>
          <p:spPr>
            <a:xfrm>
              <a:off x="37499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1727;p35"/>
            <p:cNvSpPr/>
            <p:nvPr/>
          </p:nvSpPr>
          <p:spPr>
            <a:xfrm>
              <a:off x="39676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8" name="Google Shape;1728;p35"/>
            <p:cNvSpPr/>
            <p:nvPr/>
          </p:nvSpPr>
          <p:spPr>
            <a:xfrm>
              <a:off x="450487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35"/>
            <p:cNvSpPr/>
            <p:nvPr/>
          </p:nvSpPr>
          <p:spPr>
            <a:xfrm>
              <a:off x="39646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35"/>
            <p:cNvSpPr/>
            <p:nvPr/>
          </p:nvSpPr>
          <p:spPr>
            <a:xfrm>
              <a:off x="40755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35"/>
            <p:cNvSpPr/>
            <p:nvPr/>
          </p:nvSpPr>
          <p:spPr>
            <a:xfrm>
              <a:off x="47195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35"/>
            <p:cNvSpPr/>
            <p:nvPr/>
          </p:nvSpPr>
          <p:spPr>
            <a:xfrm>
              <a:off x="47724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1733;p35"/>
            <p:cNvSpPr/>
            <p:nvPr/>
          </p:nvSpPr>
          <p:spPr>
            <a:xfrm>
              <a:off x="46127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1734;p35"/>
            <p:cNvSpPr/>
            <p:nvPr/>
          </p:nvSpPr>
          <p:spPr>
            <a:xfrm>
              <a:off x="43980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35"/>
            <p:cNvSpPr/>
            <p:nvPr/>
          </p:nvSpPr>
          <p:spPr>
            <a:xfrm>
              <a:off x="418235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35"/>
            <p:cNvSpPr/>
            <p:nvPr/>
          </p:nvSpPr>
          <p:spPr>
            <a:xfrm>
              <a:off x="42902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35"/>
            <p:cNvSpPr/>
            <p:nvPr/>
          </p:nvSpPr>
          <p:spPr>
            <a:xfrm>
              <a:off x="43950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35"/>
            <p:cNvSpPr/>
            <p:nvPr/>
          </p:nvSpPr>
          <p:spPr>
            <a:xfrm>
              <a:off x="45577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35"/>
            <p:cNvSpPr/>
            <p:nvPr/>
          </p:nvSpPr>
          <p:spPr>
            <a:xfrm>
              <a:off x="43421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0" name="Google Shape;1740;p35"/>
            <p:cNvSpPr/>
            <p:nvPr/>
          </p:nvSpPr>
          <p:spPr>
            <a:xfrm>
              <a:off x="41274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1" name="Google Shape;1741;p35"/>
            <p:cNvSpPr/>
            <p:nvPr/>
          </p:nvSpPr>
          <p:spPr>
            <a:xfrm>
              <a:off x="44499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2" name="Google Shape;1742;p35"/>
            <p:cNvSpPr/>
            <p:nvPr/>
          </p:nvSpPr>
          <p:spPr>
            <a:xfrm>
              <a:off x="40724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35"/>
            <p:cNvSpPr/>
            <p:nvPr/>
          </p:nvSpPr>
          <p:spPr>
            <a:xfrm>
              <a:off x="3804900" y="4721925"/>
              <a:ext cx="178050" cy="59050"/>
            </a:xfrm>
            <a:custGeom>
              <a:avLst/>
              <a:gdLst/>
              <a:ahLst/>
              <a:cxnLst/>
              <a:rect l="l" t="t" r="r" b="b"/>
              <a:pathLst>
                <a:path w="7122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35"/>
            <p:cNvSpPr/>
            <p:nvPr/>
          </p:nvSpPr>
          <p:spPr>
            <a:xfrm>
              <a:off x="402057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35"/>
            <p:cNvSpPr/>
            <p:nvPr/>
          </p:nvSpPr>
          <p:spPr>
            <a:xfrm>
              <a:off x="39127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35"/>
            <p:cNvSpPr/>
            <p:nvPr/>
          </p:nvSpPr>
          <p:spPr>
            <a:xfrm>
              <a:off x="423525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35"/>
            <p:cNvSpPr/>
            <p:nvPr/>
          </p:nvSpPr>
          <p:spPr>
            <a:xfrm>
              <a:off x="42871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35"/>
            <p:cNvSpPr/>
            <p:nvPr/>
          </p:nvSpPr>
          <p:spPr>
            <a:xfrm>
              <a:off x="482435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35"/>
            <p:cNvSpPr/>
            <p:nvPr/>
          </p:nvSpPr>
          <p:spPr>
            <a:xfrm>
              <a:off x="41803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35"/>
            <p:cNvSpPr/>
            <p:nvPr/>
          </p:nvSpPr>
          <p:spPr>
            <a:xfrm>
              <a:off x="460967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35"/>
            <p:cNvSpPr/>
            <p:nvPr/>
          </p:nvSpPr>
          <p:spPr>
            <a:xfrm>
              <a:off x="47175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35"/>
            <p:cNvSpPr/>
            <p:nvPr/>
          </p:nvSpPr>
          <p:spPr>
            <a:xfrm>
              <a:off x="4664625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35"/>
            <p:cNvSpPr/>
            <p:nvPr/>
          </p:nvSpPr>
          <p:spPr>
            <a:xfrm>
              <a:off x="4501825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35"/>
            <p:cNvSpPr/>
            <p:nvPr/>
          </p:nvSpPr>
          <p:spPr>
            <a:xfrm>
              <a:off x="42383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35"/>
            <p:cNvSpPr/>
            <p:nvPr/>
          </p:nvSpPr>
          <p:spPr>
            <a:xfrm>
              <a:off x="43451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35"/>
            <p:cNvSpPr/>
            <p:nvPr/>
          </p:nvSpPr>
          <p:spPr>
            <a:xfrm>
              <a:off x="41304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35"/>
            <p:cNvSpPr/>
            <p:nvPr/>
          </p:nvSpPr>
          <p:spPr>
            <a:xfrm>
              <a:off x="445300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35"/>
            <p:cNvSpPr/>
            <p:nvPr/>
          </p:nvSpPr>
          <p:spPr>
            <a:xfrm>
              <a:off x="40226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35"/>
            <p:cNvSpPr/>
            <p:nvPr/>
          </p:nvSpPr>
          <p:spPr>
            <a:xfrm>
              <a:off x="3915800" y="4806375"/>
              <a:ext cx="178050" cy="59025"/>
            </a:xfrm>
            <a:custGeom>
              <a:avLst/>
              <a:gdLst/>
              <a:ahLst/>
              <a:cxnLst/>
              <a:rect l="l" t="t" r="r" b="b"/>
              <a:pathLst>
                <a:path w="7122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35"/>
            <p:cNvSpPr/>
            <p:nvPr/>
          </p:nvSpPr>
          <p:spPr>
            <a:xfrm>
              <a:off x="45598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35"/>
            <p:cNvSpPr/>
            <p:nvPr/>
          </p:nvSpPr>
          <p:spPr>
            <a:xfrm>
              <a:off x="3700100" y="4806375"/>
              <a:ext cx="179075" cy="59025"/>
            </a:xfrm>
            <a:custGeom>
              <a:avLst/>
              <a:gdLst/>
              <a:ahLst/>
              <a:cxnLst/>
              <a:rect l="l" t="t" r="r" b="b"/>
              <a:pathLst>
                <a:path w="716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35"/>
            <p:cNvSpPr/>
            <p:nvPr/>
          </p:nvSpPr>
          <p:spPr>
            <a:xfrm>
              <a:off x="3807950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35"/>
            <p:cNvSpPr/>
            <p:nvPr/>
          </p:nvSpPr>
          <p:spPr>
            <a:xfrm>
              <a:off x="4879300" y="4721925"/>
              <a:ext cx="179075" cy="59050"/>
            </a:xfrm>
            <a:custGeom>
              <a:avLst/>
              <a:gdLst/>
              <a:ahLst/>
              <a:cxnLst/>
              <a:rect l="l" t="t" r="r" b="b"/>
              <a:pathLst>
                <a:path w="7163" h="2362" extrusionOk="0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35"/>
            <p:cNvSpPr/>
            <p:nvPr/>
          </p:nvSpPr>
          <p:spPr>
            <a:xfrm>
              <a:off x="49840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35"/>
            <p:cNvSpPr/>
            <p:nvPr/>
          </p:nvSpPr>
          <p:spPr>
            <a:xfrm>
              <a:off x="4932200" y="467920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35"/>
            <p:cNvSpPr/>
            <p:nvPr/>
          </p:nvSpPr>
          <p:spPr>
            <a:xfrm>
              <a:off x="35932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35"/>
            <p:cNvSpPr/>
            <p:nvPr/>
          </p:nvSpPr>
          <p:spPr>
            <a:xfrm>
              <a:off x="466767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35"/>
            <p:cNvSpPr/>
            <p:nvPr/>
          </p:nvSpPr>
          <p:spPr>
            <a:xfrm>
              <a:off x="47755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35"/>
            <p:cNvSpPr/>
            <p:nvPr/>
          </p:nvSpPr>
          <p:spPr>
            <a:xfrm>
              <a:off x="4827400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35"/>
            <p:cNvSpPr/>
            <p:nvPr/>
          </p:nvSpPr>
          <p:spPr>
            <a:xfrm>
              <a:off x="3590200" y="472192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35"/>
            <p:cNvSpPr/>
            <p:nvPr/>
          </p:nvSpPr>
          <p:spPr>
            <a:xfrm>
              <a:off x="43400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35"/>
            <p:cNvSpPr/>
            <p:nvPr/>
          </p:nvSpPr>
          <p:spPr>
            <a:xfrm>
              <a:off x="44468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35"/>
            <p:cNvSpPr/>
            <p:nvPr/>
          </p:nvSpPr>
          <p:spPr>
            <a:xfrm>
              <a:off x="42322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35"/>
            <p:cNvSpPr/>
            <p:nvPr/>
          </p:nvSpPr>
          <p:spPr>
            <a:xfrm>
              <a:off x="45547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35"/>
            <p:cNvSpPr/>
            <p:nvPr/>
          </p:nvSpPr>
          <p:spPr>
            <a:xfrm>
              <a:off x="47694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35"/>
            <p:cNvSpPr/>
            <p:nvPr/>
          </p:nvSpPr>
          <p:spPr>
            <a:xfrm>
              <a:off x="46615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35"/>
            <p:cNvSpPr/>
            <p:nvPr/>
          </p:nvSpPr>
          <p:spPr>
            <a:xfrm>
              <a:off x="41243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35"/>
            <p:cNvSpPr/>
            <p:nvPr/>
          </p:nvSpPr>
          <p:spPr>
            <a:xfrm>
              <a:off x="3538325" y="4763650"/>
              <a:ext cx="178075" cy="60050"/>
            </a:xfrm>
            <a:custGeom>
              <a:avLst/>
              <a:gdLst/>
              <a:ahLst/>
              <a:cxnLst/>
              <a:rect l="l" t="t" r="r" b="b"/>
              <a:pathLst>
                <a:path w="7123" h="2402" extrusionOk="0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35"/>
            <p:cNvSpPr/>
            <p:nvPr/>
          </p:nvSpPr>
          <p:spPr>
            <a:xfrm>
              <a:off x="3642100" y="4679200"/>
              <a:ext cx="179100" cy="60050"/>
            </a:xfrm>
            <a:custGeom>
              <a:avLst/>
              <a:gdLst/>
              <a:ahLst/>
              <a:cxnLst/>
              <a:rect l="l" t="t" r="r" b="b"/>
              <a:pathLst>
                <a:path w="7164" h="2402" extrusionOk="0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35"/>
            <p:cNvSpPr/>
            <p:nvPr/>
          </p:nvSpPr>
          <p:spPr>
            <a:xfrm>
              <a:off x="487725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35"/>
            <p:cNvSpPr/>
            <p:nvPr/>
          </p:nvSpPr>
          <p:spPr>
            <a:xfrm>
              <a:off x="3485425" y="4806375"/>
              <a:ext cx="178075" cy="59025"/>
            </a:xfrm>
            <a:custGeom>
              <a:avLst/>
              <a:gdLst/>
              <a:ahLst/>
              <a:cxnLst/>
              <a:rect l="l" t="t" r="r" b="b"/>
              <a:pathLst>
                <a:path w="7123" h="2361" extrusionOk="0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35"/>
            <p:cNvSpPr/>
            <p:nvPr/>
          </p:nvSpPr>
          <p:spPr>
            <a:xfrm>
              <a:off x="3695000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35"/>
            <p:cNvSpPr/>
            <p:nvPr/>
          </p:nvSpPr>
          <p:spPr>
            <a:xfrm>
              <a:off x="390967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35"/>
            <p:cNvSpPr/>
            <p:nvPr/>
          </p:nvSpPr>
          <p:spPr>
            <a:xfrm>
              <a:off x="3801825" y="4637475"/>
              <a:ext cx="179100" cy="59050"/>
            </a:xfrm>
            <a:custGeom>
              <a:avLst/>
              <a:gdLst/>
              <a:ahLst/>
              <a:cxnLst/>
              <a:rect l="l" t="t" r="r" b="b"/>
              <a:pathLst>
                <a:path w="7164" h="2362" extrusionOk="0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35"/>
            <p:cNvSpPr/>
            <p:nvPr/>
          </p:nvSpPr>
          <p:spPr>
            <a:xfrm>
              <a:off x="4017525" y="4637475"/>
              <a:ext cx="178075" cy="59050"/>
            </a:xfrm>
            <a:custGeom>
              <a:avLst/>
              <a:gdLst/>
              <a:ahLst/>
              <a:cxnLst/>
              <a:rect l="l" t="t" r="r" b="b"/>
              <a:pathLst>
                <a:path w="7123" h="2362" extrusionOk="0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35"/>
            <p:cNvSpPr/>
            <p:nvPr/>
          </p:nvSpPr>
          <p:spPr>
            <a:xfrm>
              <a:off x="479180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35"/>
            <p:cNvSpPr/>
            <p:nvPr/>
          </p:nvSpPr>
          <p:spPr>
            <a:xfrm>
              <a:off x="4786700" y="4470625"/>
              <a:ext cx="667450" cy="89550"/>
            </a:xfrm>
            <a:custGeom>
              <a:avLst/>
              <a:gdLst/>
              <a:ahLst/>
              <a:cxnLst/>
              <a:rect l="l" t="t" r="r" b="b"/>
              <a:pathLst>
                <a:path w="26698" h="3582" extrusionOk="0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35"/>
            <p:cNvSpPr/>
            <p:nvPr/>
          </p:nvSpPr>
          <p:spPr>
            <a:xfrm>
              <a:off x="509702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35"/>
            <p:cNvSpPr/>
            <p:nvPr/>
          </p:nvSpPr>
          <p:spPr>
            <a:xfrm>
              <a:off x="5088875" y="4119600"/>
              <a:ext cx="120075" cy="410050"/>
            </a:xfrm>
            <a:custGeom>
              <a:avLst/>
              <a:gdLst/>
              <a:ahLst/>
              <a:cxnLst/>
              <a:rect l="l" t="t" r="r" b="b"/>
              <a:pathLst>
                <a:path w="4803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35"/>
            <p:cNvSpPr/>
            <p:nvPr/>
          </p:nvSpPr>
          <p:spPr>
            <a:xfrm>
              <a:off x="5080750" y="4128775"/>
              <a:ext cx="135325" cy="284900"/>
            </a:xfrm>
            <a:custGeom>
              <a:avLst/>
              <a:gdLst/>
              <a:ahLst/>
              <a:cxnLst/>
              <a:rect l="l" t="t" r="r" b="b"/>
              <a:pathLst>
                <a:path w="5413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35"/>
            <p:cNvSpPr/>
            <p:nvPr/>
          </p:nvSpPr>
          <p:spPr>
            <a:xfrm>
              <a:off x="507260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35"/>
            <p:cNvSpPr/>
            <p:nvPr/>
          </p:nvSpPr>
          <p:spPr>
            <a:xfrm>
              <a:off x="431970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35"/>
            <p:cNvSpPr/>
            <p:nvPr/>
          </p:nvSpPr>
          <p:spPr>
            <a:xfrm>
              <a:off x="4310550" y="2813225"/>
              <a:ext cx="1724550" cy="1352200"/>
            </a:xfrm>
            <a:custGeom>
              <a:avLst/>
              <a:gdLst/>
              <a:ahLst/>
              <a:cxnLst/>
              <a:rect l="l" t="t" r="r" b="b"/>
              <a:pathLst>
                <a:path w="68982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35"/>
            <p:cNvSpPr/>
            <p:nvPr/>
          </p:nvSpPr>
          <p:spPr>
            <a:xfrm>
              <a:off x="4410250" y="2892600"/>
              <a:ext cx="1525150" cy="1193450"/>
            </a:xfrm>
            <a:custGeom>
              <a:avLst/>
              <a:gdLst/>
              <a:ahLst/>
              <a:cxnLst/>
              <a:rect l="l" t="t" r="r" b="b"/>
              <a:pathLst>
                <a:path w="61006" h="47738" extrusionOk="0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35"/>
            <p:cNvSpPr/>
            <p:nvPr/>
          </p:nvSpPr>
          <p:spPr>
            <a:xfrm>
              <a:off x="440212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35"/>
            <p:cNvSpPr/>
            <p:nvPr/>
          </p:nvSpPr>
          <p:spPr>
            <a:xfrm>
              <a:off x="4506925" y="2953625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35"/>
            <p:cNvSpPr/>
            <p:nvPr/>
          </p:nvSpPr>
          <p:spPr>
            <a:xfrm>
              <a:off x="4506925" y="3313800"/>
              <a:ext cx="534150" cy="334775"/>
            </a:xfrm>
            <a:custGeom>
              <a:avLst/>
              <a:gdLst/>
              <a:ahLst/>
              <a:cxnLst/>
              <a:rect l="l" t="t" r="r" b="b"/>
              <a:pathLst>
                <a:path w="21366" h="13391" extrusionOk="0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35"/>
            <p:cNvSpPr/>
            <p:nvPr/>
          </p:nvSpPr>
          <p:spPr>
            <a:xfrm>
              <a:off x="4506925" y="3681100"/>
              <a:ext cx="534150" cy="335775"/>
            </a:xfrm>
            <a:custGeom>
              <a:avLst/>
              <a:gdLst/>
              <a:ahLst/>
              <a:cxnLst/>
              <a:rect l="l" t="t" r="r" b="b"/>
              <a:pathLst>
                <a:path w="21366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35"/>
            <p:cNvSpPr/>
            <p:nvPr/>
          </p:nvSpPr>
          <p:spPr>
            <a:xfrm>
              <a:off x="5110250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35"/>
            <p:cNvSpPr/>
            <p:nvPr/>
          </p:nvSpPr>
          <p:spPr>
            <a:xfrm>
              <a:off x="5110250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35"/>
            <p:cNvSpPr/>
            <p:nvPr/>
          </p:nvSpPr>
          <p:spPr>
            <a:xfrm>
              <a:off x="3941225" y="2531400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35"/>
            <p:cNvSpPr/>
            <p:nvPr/>
          </p:nvSpPr>
          <p:spPr>
            <a:xfrm>
              <a:off x="3936125" y="2523250"/>
              <a:ext cx="668475" cy="89575"/>
            </a:xfrm>
            <a:custGeom>
              <a:avLst/>
              <a:gdLst/>
              <a:ahLst/>
              <a:cxnLst/>
              <a:rect l="l" t="t" r="r" b="b"/>
              <a:pathLst>
                <a:path w="26739" h="3583" extrusionOk="0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35"/>
            <p:cNvSpPr/>
            <p:nvPr/>
          </p:nvSpPr>
          <p:spPr>
            <a:xfrm>
              <a:off x="4246450" y="2181400"/>
              <a:ext cx="103800" cy="392750"/>
            </a:xfrm>
            <a:custGeom>
              <a:avLst/>
              <a:gdLst/>
              <a:ahLst/>
              <a:cxnLst/>
              <a:rect l="l" t="t" r="r" b="b"/>
              <a:pathLst>
                <a:path w="4152" h="15710" extrusionOk="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35"/>
            <p:cNvSpPr/>
            <p:nvPr/>
          </p:nvSpPr>
          <p:spPr>
            <a:xfrm>
              <a:off x="4238300" y="217225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35"/>
            <p:cNvSpPr/>
            <p:nvPr/>
          </p:nvSpPr>
          <p:spPr>
            <a:xfrm>
              <a:off x="4230175" y="2181400"/>
              <a:ext cx="136350" cy="284900"/>
            </a:xfrm>
            <a:custGeom>
              <a:avLst/>
              <a:gdLst/>
              <a:ahLst/>
              <a:cxnLst/>
              <a:rect l="l" t="t" r="r" b="b"/>
              <a:pathLst>
                <a:path w="5454" h="11396" extrusionOk="0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35"/>
            <p:cNvSpPr/>
            <p:nvPr/>
          </p:nvSpPr>
          <p:spPr>
            <a:xfrm>
              <a:off x="4222025" y="2172250"/>
              <a:ext cx="152650" cy="303225"/>
            </a:xfrm>
            <a:custGeom>
              <a:avLst/>
              <a:gdLst/>
              <a:ahLst/>
              <a:cxnLst/>
              <a:rect l="l" t="t" r="r" b="b"/>
              <a:pathLst>
                <a:path w="6106" h="12129" extrusionOk="0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35"/>
            <p:cNvSpPr/>
            <p:nvPr/>
          </p:nvSpPr>
          <p:spPr>
            <a:xfrm>
              <a:off x="3469125" y="874000"/>
              <a:ext cx="1707275" cy="1335925"/>
            </a:xfrm>
            <a:custGeom>
              <a:avLst/>
              <a:gdLst/>
              <a:ahLst/>
              <a:cxnLst/>
              <a:rect l="l" t="t" r="r" b="b"/>
              <a:pathLst>
                <a:path w="68291" h="53437" extrusionOk="0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35"/>
            <p:cNvSpPr/>
            <p:nvPr/>
          </p:nvSpPr>
          <p:spPr>
            <a:xfrm>
              <a:off x="3461000" y="865875"/>
              <a:ext cx="1723550" cy="1352175"/>
            </a:xfrm>
            <a:custGeom>
              <a:avLst/>
              <a:gdLst/>
              <a:ahLst/>
              <a:cxnLst/>
              <a:rect l="l" t="t" r="r" b="b"/>
              <a:pathLst>
                <a:path w="68942" h="54087" extrusionOk="0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5"/>
            <p:cNvSpPr/>
            <p:nvPr/>
          </p:nvSpPr>
          <p:spPr>
            <a:xfrm>
              <a:off x="3560700" y="945225"/>
              <a:ext cx="1524125" cy="1193475"/>
            </a:xfrm>
            <a:custGeom>
              <a:avLst/>
              <a:gdLst/>
              <a:ahLst/>
              <a:cxnLst/>
              <a:rect l="l" t="t" r="r" b="b"/>
              <a:pathLst>
                <a:path w="60965" h="47739" extrusionOk="0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5"/>
            <p:cNvSpPr/>
            <p:nvPr/>
          </p:nvSpPr>
          <p:spPr>
            <a:xfrm>
              <a:off x="3551550" y="937075"/>
              <a:ext cx="1542450" cy="1209750"/>
            </a:xfrm>
            <a:custGeom>
              <a:avLst/>
              <a:gdLst/>
              <a:ahLst/>
              <a:cxnLst/>
              <a:rect l="l" t="t" r="r" b="b"/>
              <a:pathLst>
                <a:path w="61698" h="48390" extrusionOk="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5"/>
            <p:cNvSpPr/>
            <p:nvPr/>
          </p:nvSpPr>
          <p:spPr>
            <a:xfrm>
              <a:off x="3671600" y="1070375"/>
              <a:ext cx="637950" cy="293050"/>
            </a:xfrm>
            <a:custGeom>
              <a:avLst/>
              <a:gdLst/>
              <a:ahLst/>
              <a:cxnLst/>
              <a:rect l="l" t="t" r="r" b="b"/>
              <a:pathLst>
                <a:path w="25518" h="11722" extrusionOk="0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5"/>
            <p:cNvSpPr/>
            <p:nvPr/>
          </p:nvSpPr>
          <p:spPr>
            <a:xfrm>
              <a:off x="3760125" y="1538400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5"/>
            <p:cNvSpPr/>
            <p:nvPr/>
          </p:nvSpPr>
          <p:spPr>
            <a:xfrm>
              <a:off x="3760125" y="1639125"/>
              <a:ext cx="1047975" cy="116000"/>
            </a:xfrm>
            <a:custGeom>
              <a:avLst/>
              <a:gdLst/>
              <a:ahLst/>
              <a:cxnLst/>
              <a:rect l="l" t="t" r="r" b="b"/>
              <a:pathLst>
                <a:path w="41919" h="4640" extrusionOk="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5"/>
            <p:cNvSpPr/>
            <p:nvPr/>
          </p:nvSpPr>
          <p:spPr>
            <a:xfrm>
              <a:off x="3760125" y="1866000"/>
              <a:ext cx="1047975" cy="115000"/>
            </a:xfrm>
            <a:custGeom>
              <a:avLst/>
              <a:gdLst/>
              <a:ahLst/>
              <a:cxnLst/>
              <a:rect l="l" t="t" r="r" b="b"/>
              <a:pathLst>
                <a:path w="41919" h="4600" extrusionOk="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5"/>
            <p:cNvSpPr/>
            <p:nvPr/>
          </p:nvSpPr>
          <p:spPr>
            <a:xfrm>
              <a:off x="3760125" y="1764250"/>
              <a:ext cx="1047975" cy="116025"/>
            </a:xfrm>
            <a:custGeom>
              <a:avLst/>
              <a:gdLst/>
              <a:ahLst/>
              <a:cxnLst/>
              <a:rect l="l" t="t" r="r" b="b"/>
              <a:pathLst>
                <a:path w="41919" h="4641" extrusionOk="0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5"/>
            <p:cNvSpPr/>
            <p:nvPr/>
          </p:nvSpPr>
          <p:spPr>
            <a:xfrm>
              <a:off x="4825375" y="1479375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5"/>
            <p:cNvSpPr/>
            <p:nvPr/>
          </p:nvSpPr>
          <p:spPr>
            <a:xfrm>
              <a:off x="4825375" y="1599425"/>
              <a:ext cx="96675" cy="96700"/>
            </a:xfrm>
            <a:custGeom>
              <a:avLst/>
              <a:gdLst/>
              <a:ahLst/>
              <a:cxnLst/>
              <a:rect l="l" t="t" r="r" b="b"/>
              <a:pathLst>
                <a:path w="3867" h="3868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5"/>
            <p:cNvSpPr/>
            <p:nvPr/>
          </p:nvSpPr>
          <p:spPr>
            <a:xfrm>
              <a:off x="4825375" y="1804950"/>
              <a:ext cx="96675" cy="96675"/>
            </a:xfrm>
            <a:custGeom>
              <a:avLst/>
              <a:gdLst/>
              <a:ahLst/>
              <a:cxnLst/>
              <a:rect l="l" t="t" r="r" b="b"/>
              <a:pathLst>
                <a:path w="3867" h="3867" extrusionOk="0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5"/>
            <p:cNvSpPr/>
            <p:nvPr/>
          </p:nvSpPr>
          <p:spPr>
            <a:xfrm>
              <a:off x="4825375" y="1924000"/>
              <a:ext cx="96675" cy="97700"/>
            </a:xfrm>
            <a:custGeom>
              <a:avLst/>
              <a:gdLst/>
              <a:ahLst/>
              <a:cxnLst/>
              <a:rect l="l" t="t" r="r" b="b"/>
              <a:pathLst>
                <a:path w="3867" h="3908" extrusionOk="0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5"/>
            <p:cNvSpPr/>
            <p:nvPr/>
          </p:nvSpPr>
          <p:spPr>
            <a:xfrm>
              <a:off x="3644125" y="1479375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5"/>
            <p:cNvSpPr/>
            <p:nvPr/>
          </p:nvSpPr>
          <p:spPr>
            <a:xfrm>
              <a:off x="3644125" y="1599425"/>
              <a:ext cx="96700" cy="96700"/>
            </a:xfrm>
            <a:custGeom>
              <a:avLst/>
              <a:gdLst/>
              <a:ahLst/>
              <a:cxnLst/>
              <a:rect l="l" t="t" r="r" b="b"/>
              <a:pathLst>
                <a:path w="3868" h="3868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5"/>
            <p:cNvSpPr/>
            <p:nvPr/>
          </p:nvSpPr>
          <p:spPr>
            <a:xfrm>
              <a:off x="3644125" y="1804950"/>
              <a:ext cx="96700" cy="96675"/>
            </a:xfrm>
            <a:custGeom>
              <a:avLst/>
              <a:gdLst/>
              <a:ahLst/>
              <a:cxnLst/>
              <a:rect l="l" t="t" r="r" b="b"/>
              <a:pathLst>
                <a:path w="3868" h="3867" extrusionOk="0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5"/>
            <p:cNvSpPr/>
            <p:nvPr/>
          </p:nvSpPr>
          <p:spPr>
            <a:xfrm>
              <a:off x="3644125" y="1924000"/>
              <a:ext cx="96700" cy="97700"/>
            </a:xfrm>
            <a:custGeom>
              <a:avLst/>
              <a:gdLst/>
              <a:ahLst/>
              <a:cxnLst/>
              <a:rect l="l" t="t" r="r" b="b"/>
              <a:pathLst>
                <a:path w="3868" h="3908" extrusionOk="0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35"/>
            <p:cNvSpPr/>
            <p:nvPr/>
          </p:nvSpPr>
          <p:spPr>
            <a:xfrm>
              <a:off x="4389900" y="105307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35"/>
            <p:cNvSpPr/>
            <p:nvPr/>
          </p:nvSpPr>
          <p:spPr>
            <a:xfrm>
              <a:off x="2792550" y="4478775"/>
              <a:ext cx="657275" cy="73275"/>
            </a:xfrm>
            <a:custGeom>
              <a:avLst/>
              <a:gdLst/>
              <a:ahLst/>
              <a:cxnLst/>
              <a:rect l="l" t="t" r="r" b="b"/>
              <a:pathLst>
                <a:path w="26291" h="2931" extrusionOk="0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35"/>
            <p:cNvSpPr/>
            <p:nvPr/>
          </p:nvSpPr>
          <p:spPr>
            <a:xfrm>
              <a:off x="2787450" y="4470625"/>
              <a:ext cx="667475" cy="89550"/>
            </a:xfrm>
            <a:custGeom>
              <a:avLst/>
              <a:gdLst/>
              <a:ahLst/>
              <a:cxnLst/>
              <a:rect l="l" t="t" r="r" b="b"/>
              <a:pathLst>
                <a:path w="26699" h="3582" extrusionOk="0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5"/>
            <p:cNvSpPr/>
            <p:nvPr/>
          </p:nvSpPr>
          <p:spPr>
            <a:xfrm>
              <a:off x="3097775" y="4128775"/>
              <a:ext cx="102775" cy="392750"/>
            </a:xfrm>
            <a:custGeom>
              <a:avLst/>
              <a:gdLst/>
              <a:ahLst/>
              <a:cxnLst/>
              <a:rect l="l" t="t" r="r" b="b"/>
              <a:pathLst>
                <a:path w="4111" h="15710" extrusionOk="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5"/>
            <p:cNvSpPr/>
            <p:nvPr/>
          </p:nvSpPr>
          <p:spPr>
            <a:xfrm>
              <a:off x="3089625" y="4119600"/>
              <a:ext cx="120100" cy="410050"/>
            </a:xfrm>
            <a:custGeom>
              <a:avLst/>
              <a:gdLst/>
              <a:ahLst/>
              <a:cxnLst/>
              <a:rect l="l" t="t" r="r" b="b"/>
              <a:pathLst>
                <a:path w="4804" h="16402" extrusionOk="0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5"/>
            <p:cNvSpPr/>
            <p:nvPr/>
          </p:nvSpPr>
          <p:spPr>
            <a:xfrm>
              <a:off x="3081500" y="4128775"/>
              <a:ext cx="135350" cy="284900"/>
            </a:xfrm>
            <a:custGeom>
              <a:avLst/>
              <a:gdLst/>
              <a:ahLst/>
              <a:cxnLst/>
              <a:rect l="l" t="t" r="r" b="b"/>
              <a:pathLst>
                <a:path w="5414" h="11396" extrusionOk="0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35"/>
            <p:cNvSpPr/>
            <p:nvPr/>
          </p:nvSpPr>
          <p:spPr>
            <a:xfrm>
              <a:off x="3073350" y="4119600"/>
              <a:ext cx="152650" cy="302200"/>
            </a:xfrm>
            <a:custGeom>
              <a:avLst/>
              <a:gdLst/>
              <a:ahLst/>
              <a:cxnLst/>
              <a:rect l="l" t="t" r="r" b="b"/>
              <a:pathLst>
                <a:path w="6106" h="12088" extrusionOk="0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35"/>
            <p:cNvSpPr/>
            <p:nvPr/>
          </p:nvSpPr>
          <p:spPr>
            <a:xfrm>
              <a:off x="2320450" y="2821375"/>
              <a:ext cx="1707275" cy="1335900"/>
            </a:xfrm>
            <a:custGeom>
              <a:avLst/>
              <a:gdLst/>
              <a:ahLst/>
              <a:cxnLst/>
              <a:rect l="l" t="t" r="r" b="b"/>
              <a:pathLst>
                <a:path w="68291" h="53436" extrusionOk="0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35"/>
            <p:cNvSpPr/>
            <p:nvPr/>
          </p:nvSpPr>
          <p:spPr>
            <a:xfrm>
              <a:off x="2311300" y="2813225"/>
              <a:ext cx="1724575" cy="1352200"/>
            </a:xfrm>
            <a:custGeom>
              <a:avLst/>
              <a:gdLst/>
              <a:ahLst/>
              <a:cxnLst/>
              <a:rect l="l" t="t" r="r" b="b"/>
              <a:pathLst>
                <a:path w="68983" h="54088" extrusionOk="0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5"/>
            <p:cNvSpPr/>
            <p:nvPr/>
          </p:nvSpPr>
          <p:spPr>
            <a:xfrm>
              <a:off x="2411025" y="2892600"/>
              <a:ext cx="1525125" cy="1193450"/>
            </a:xfrm>
            <a:custGeom>
              <a:avLst/>
              <a:gdLst/>
              <a:ahLst/>
              <a:cxnLst/>
              <a:rect l="l" t="t" r="r" b="b"/>
              <a:pathLst>
                <a:path w="61005" h="47738" extrusionOk="0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35"/>
            <p:cNvSpPr/>
            <p:nvPr/>
          </p:nvSpPr>
          <p:spPr>
            <a:xfrm>
              <a:off x="2402875" y="2884450"/>
              <a:ext cx="1541425" cy="1209750"/>
            </a:xfrm>
            <a:custGeom>
              <a:avLst/>
              <a:gdLst/>
              <a:ahLst/>
              <a:cxnLst/>
              <a:rect l="l" t="t" r="r" b="b"/>
              <a:pathLst>
                <a:path w="61657" h="48390" extrusionOk="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35"/>
            <p:cNvSpPr/>
            <p:nvPr/>
          </p:nvSpPr>
          <p:spPr>
            <a:xfrm>
              <a:off x="270097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35"/>
            <p:cNvSpPr/>
            <p:nvPr/>
          </p:nvSpPr>
          <p:spPr>
            <a:xfrm>
              <a:off x="2700975" y="3313800"/>
              <a:ext cx="534175" cy="334775"/>
            </a:xfrm>
            <a:custGeom>
              <a:avLst/>
              <a:gdLst/>
              <a:ahLst/>
              <a:cxnLst/>
              <a:rect l="l" t="t" r="r" b="b"/>
              <a:pathLst>
                <a:path w="21367" h="13391" extrusionOk="0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35"/>
            <p:cNvSpPr/>
            <p:nvPr/>
          </p:nvSpPr>
          <p:spPr>
            <a:xfrm>
              <a:off x="2700975" y="368110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35"/>
            <p:cNvSpPr/>
            <p:nvPr/>
          </p:nvSpPr>
          <p:spPr>
            <a:xfrm>
              <a:off x="2692850" y="3672950"/>
              <a:ext cx="551450" cy="352075"/>
            </a:xfrm>
            <a:custGeom>
              <a:avLst/>
              <a:gdLst/>
              <a:ahLst/>
              <a:cxnLst/>
              <a:rect l="l" t="t" r="r" b="b"/>
              <a:pathLst>
                <a:path w="22058" h="14083" extrusionOk="0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35"/>
            <p:cNvSpPr/>
            <p:nvPr/>
          </p:nvSpPr>
          <p:spPr>
            <a:xfrm>
              <a:off x="3304325" y="2953625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35"/>
            <p:cNvSpPr/>
            <p:nvPr/>
          </p:nvSpPr>
          <p:spPr>
            <a:xfrm>
              <a:off x="3304325" y="3321950"/>
              <a:ext cx="534175" cy="335775"/>
            </a:xfrm>
            <a:custGeom>
              <a:avLst/>
              <a:gdLst/>
              <a:ahLst/>
              <a:cxnLst/>
              <a:rect l="l" t="t" r="r" b="b"/>
              <a:pathLst>
                <a:path w="21367" h="13431" extrusionOk="0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35"/>
            <p:cNvSpPr/>
            <p:nvPr/>
          </p:nvSpPr>
          <p:spPr>
            <a:xfrm>
              <a:off x="3173075" y="2324875"/>
              <a:ext cx="135325" cy="249275"/>
            </a:xfrm>
            <a:custGeom>
              <a:avLst/>
              <a:gdLst/>
              <a:ahLst/>
              <a:cxnLst/>
              <a:rect l="l" t="t" r="r" b="b"/>
              <a:pathLst>
                <a:path w="5413" h="9971" extrusionOk="0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35"/>
            <p:cNvSpPr/>
            <p:nvPr/>
          </p:nvSpPr>
          <p:spPr>
            <a:xfrm>
              <a:off x="2390675" y="1910275"/>
              <a:ext cx="866850" cy="1118675"/>
            </a:xfrm>
            <a:custGeom>
              <a:avLst/>
              <a:gdLst/>
              <a:ahLst/>
              <a:cxnLst/>
              <a:rect l="l" t="t" r="r" b="b"/>
              <a:pathLst>
                <a:path w="34674" h="44747" extrusionOk="0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35"/>
            <p:cNvSpPr/>
            <p:nvPr/>
          </p:nvSpPr>
          <p:spPr>
            <a:xfrm>
              <a:off x="2431350" y="1943325"/>
              <a:ext cx="633900" cy="998125"/>
            </a:xfrm>
            <a:custGeom>
              <a:avLst/>
              <a:gdLst/>
              <a:ahLst/>
              <a:cxnLst/>
              <a:rect l="l" t="t" r="r" b="b"/>
              <a:pathLst>
                <a:path w="25356" h="39925" extrusionOk="0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35"/>
            <p:cNvSpPr/>
            <p:nvPr/>
          </p:nvSpPr>
          <p:spPr>
            <a:xfrm>
              <a:off x="2939050" y="2055250"/>
              <a:ext cx="304250" cy="177050"/>
            </a:xfrm>
            <a:custGeom>
              <a:avLst/>
              <a:gdLst/>
              <a:ahLst/>
              <a:cxnLst/>
              <a:rect l="l" t="t" r="r" b="b"/>
              <a:pathLst>
                <a:path w="12170" h="7082" extrusionOk="0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35"/>
            <p:cNvSpPr/>
            <p:nvPr/>
          </p:nvSpPr>
          <p:spPr>
            <a:xfrm>
              <a:off x="2382525" y="1901600"/>
              <a:ext cx="878075" cy="1136150"/>
            </a:xfrm>
            <a:custGeom>
              <a:avLst/>
              <a:gdLst/>
              <a:ahLst/>
              <a:cxnLst/>
              <a:rect l="l" t="t" r="r" b="b"/>
              <a:pathLst>
                <a:path w="35123" h="45446" extrusionOk="0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35"/>
            <p:cNvSpPr/>
            <p:nvPr/>
          </p:nvSpPr>
          <p:spPr>
            <a:xfrm>
              <a:off x="2417125" y="1742250"/>
              <a:ext cx="1039825" cy="903125"/>
            </a:xfrm>
            <a:custGeom>
              <a:avLst/>
              <a:gdLst/>
              <a:ahLst/>
              <a:cxnLst/>
              <a:rect l="l" t="t" r="r" b="b"/>
              <a:pathLst>
                <a:path w="41593" h="36125" extrusionOk="0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35"/>
            <p:cNvSpPr/>
            <p:nvPr/>
          </p:nvSpPr>
          <p:spPr>
            <a:xfrm>
              <a:off x="2435425" y="1733725"/>
              <a:ext cx="997100" cy="919800"/>
            </a:xfrm>
            <a:custGeom>
              <a:avLst/>
              <a:gdLst/>
              <a:ahLst/>
              <a:cxnLst/>
              <a:rect l="l" t="t" r="r" b="b"/>
              <a:pathLst>
                <a:path w="39884" h="36792" extrusionOk="0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35"/>
            <p:cNvSpPr/>
            <p:nvPr/>
          </p:nvSpPr>
          <p:spPr>
            <a:xfrm>
              <a:off x="2586000" y="2406000"/>
              <a:ext cx="59050" cy="52500"/>
            </a:xfrm>
            <a:custGeom>
              <a:avLst/>
              <a:gdLst/>
              <a:ahLst/>
              <a:cxnLst/>
              <a:rect l="l" t="t" r="r" b="b"/>
              <a:pathLst>
                <a:path w="2362" h="2100" extrusionOk="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35"/>
            <p:cNvSpPr/>
            <p:nvPr/>
          </p:nvSpPr>
          <p:spPr>
            <a:xfrm>
              <a:off x="2671475" y="1981950"/>
              <a:ext cx="727475" cy="348225"/>
            </a:xfrm>
            <a:custGeom>
              <a:avLst/>
              <a:gdLst/>
              <a:ahLst/>
              <a:cxnLst/>
              <a:rect l="l" t="t" r="r" b="b"/>
              <a:pathLst>
                <a:path w="29099" h="13929" extrusionOk="0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35"/>
            <p:cNvSpPr/>
            <p:nvPr/>
          </p:nvSpPr>
          <p:spPr>
            <a:xfrm>
              <a:off x="2657225" y="2145625"/>
              <a:ext cx="358175" cy="400300"/>
            </a:xfrm>
            <a:custGeom>
              <a:avLst/>
              <a:gdLst/>
              <a:ahLst/>
              <a:cxnLst/>
              <a:rect l="l" t="t" r="r" b="b"/>
              <a:pathLst>
                <a:path w="14327" h="16012" extrusionOk="0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35"/>
            <p:cNvSpPr/>
            <p:nvPr/>
          </p:nvSpPr>
          <p:spPr>
            <a:xfrm>
              <a:off x="2814925" y="2364375"/>
              <a:ext cx="487375" cy="66325"/>
            </a:xfrm>
            <a:custGeom>
              <a:avLst/>
              <a:gdLst/>
              <a:ahLst/>
              <a:cxnLst/>
              <a:rect l="l" t="t" r="r" b="b"/>
              <a:pathLst>
                <a:path w="19495" h="2653" extrusionOk="0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35"/>
            <p:cNvSpPr/>
            <p:nvPr/>
          </p:nvSpPr>
          <p:spPr>
            <a:xfrm>
              <a:off x="2735575" y="2281825"/>
              <a:ext cx="160775" cy="314125"/>
            </a:xfrm>
            <a:custGeom>
              <a:avLst/>
              <a:gdLst/>
              <a:ahLst/>
              <a:cxnLst/>
              <a:rect l="l" t="t" r="r" b="b"/>
              <a:pathLst>
                <a:path w="6431" h="12565" extrusionOk="0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35"/>
            <p:cNvSpPr/>
            <p:nvPr/>
          </p:nvSpPr>
          <p:spPr>
            <a:xfrm>
              <a:off x="2734550" y="2272975"/>
              <a:ext cx="163825" cy="331700"/>
            </a:xfrm>
            <a:custGeom>
              <a:avLst/>
              <a:gdLst/>
              <a:ahLst/>
              <a:cxnLst/>
              <a:rect l="l" t="t" r="r" b="b"/>
              <a:pathLst>
                <a:path w="6553" h="13268" extrusionOk="0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35"/>
            <p:cNvSpPr/>
            <p:nvPr/>
          </p:nvSpPr>
          <p:spPr>
            <a:xfrm>
              <a:off x="1585875" y="4992575"/>
              <a:ext cx="2500875" cy="466000"/>
            </a:xfrm>
            <a:custGeom>
              <a:avLst/>
              <a:gdLst/>
              <a:ahLst/>
              <a:cxnLst/>
              <a:rect l="l" t="t" r="r" b="b"/>
              <a:pathLst>
                <a:path w="100035" h="18640" extrusionOk="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35"/>
            <p:cNvSpPr/>
            <p:nvPr/>
          </p:nvSpPr>
          <p:spPr>
            <a:xfrm>
              <a:off x="1577750" y="4984425"/>
              <a:ext cx="2518150" cy="483300"/>
            </a:xfrm>
            <a:custGeom>
              <a:avLst/>
              <a:gdLst/>
              <a:ahLst/>
              <a:cxnLst/>
              <a:rect l="l" t="t" r="r" b="b"/>
              <a:pathLst>
                <a:path w="100726" h="19332" extrusionOk="0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35"/>
            <p:cNvSpPr/>
            <p:nvPr/>
          </p:nvSpPr>
          <p:spPr>
            <a:xfrm>
              <a:off x="1598100" y="2881400"/>
              <a:ext cx="1406100" cy="2341600"/>
            </a:xfrm>
            <a:custGeom>
              <a:avLst/>
              <a:gdLst/>
              <a:ahLst/>
              <a:cxnLst/>
              <a:rect l="l" t="t" r="r" b="b"/>
              <a:pathLst>
                <a:path w="56244" h="93664" extrusionOk="0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35"/>
            <p:cNvSpPr/>
            <p:nvPr/>
          </p:nvSpPr>
          <p:spPr>
            <a:xfrm>
              <a:off x="1631675" y="2921075"/>
              <a:ext cx="1264675" cy="2293325"/>
            </a:xfrm>
            <a:custGeom>
              <a:avLst/>
              <a:gdLst/>
              <a:ahLst/>
              <a:cxnLst/>
              <a:rect l="l" t="t" r="r" b="b"/>
              <a:pathLst>
                <a:path w="50587" h="91733" extrusionOk="0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35"/>
            <p:cNvSpPr/>
            <p:nvPr/>
          </p:nvSpPr>
          <p:spPr>
            <a:xfrm>
              <a:off x="2061025" y="3553925"/>
              <a:ext cx="189250" cy="494225"/>
            </a:xfrm>
            <a:custGeom>
              <a:avLst/>
              <a:gdLst/>
              <a:ahLst/>
              <a:cxnLst/>
              <a:rect l="l" t="t" r="r" b="b"/>
              <a:pathLst>
                <a:path w="7570" h="19769" extrusionOk="0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35"/>
            <p:cNvSpPr/>
            <p:nvPr/>
          </p:nvSpPr>
          <p:spPr>
            <a:xfrm>
              <a:off x="2482225" y="4041475"/>
              <a:ext cx="199450" cy="202600"/>
            </a:xfrm>
            <a:custGeom>
              <a:avLst/>
              <a:gdLst/>
              <a:ahLst/>
              <a:cxnLst/>
              <a:rect l="l" t="t" r="r" b="b"/>
              <a:pathLst>
                <a:path w="7978" h="8104" extrusionOk="0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35"/>
            <p:cNvSpPr/>
            <p:nvPr/>
          </p:nvSpPr>
          <p:spPr>
            <a:xfrm>
              <a:off x="2361150" y="4252250"/>
              <a:ext cx="335775" cy="50525"/>
            </a:xfrm>
            <a:custGeom>
              <a:avLst/>
              <a:gdLst/>
              <a:ahLst/>
              <a:cxnLst/>
              <a:rect l="l" t="t" r="r" b="b"/>
              <a:pathLst>
                <a:path w="13431" h="2021" extrusionOk="0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35"/>
            <p:cNvSpPr/>
            <p:nvPr/>
          </p:nvSpPr>
          <p:spPr>
            <a:xfrm>
              <a:off x="2311300" y="4874800"/>
              <a:ext cx="481275" cy="353625"/>
            </a:xfrm>
            <a:custGeom>
              <a:avLst/>
              <a:gdLst/>
              <a:ahLst/>
              <a:cxnLst/>
              <a:rect l="l" t="t" r="r" b="b"/>
              <a:pathLst>
                <a:path w="19251" h="14145" extrusionOk="0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35"/>
            <p:cNvSpPr/>
            <p:nvPr/>
          </p:nvSpPr>
          <p:spPr>
            <a:xfrm>
              <a:off x="1614375" y="2872825"/>
              <a:ext cx="1385750" cy="2358850"/>
            </a:xfrm>
            <a:custGeom>
              <a:avLst/>
              <a:gdLst/>
              <a:ahLst/>
              <a:cxnLst/>
              <a:rect l="l" t="t" r="r" b="b"/>
              <a:pathLst>
                <a:path w="55430" h="94354" extrusionOk="0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35"/>
            <p:cNvSpPr/>
            <p:nvPr/>
          </p:nvSpPr>
          <p:spPr>
            <a:xfrm>
              <a:off x="2237025" y="2767550"/>
              <a:ext cx="724450" cy="471000"/>
            </a:xfrm>
            <a:custGeom>
              <a:avLst/>
              <a:gdLst/>
              <a:ahLst/>
              <a:cxnLst/>
              <a:rect l="l" t="t" r="r" b="b"/>
              <a:pathLst>
                <a:path w="28978" h="18840" extrusionOk="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35"/>
            <p:cNvSpPr/>
            <p:nvPr/>
          </p:nvSpPr>
          <p:spPr>
            <a:xfrm>
              <a:off x="2237025" y="2767450"/>
              <a:ext cx="532150" cy="315425"/>
            </a:xfrm>
            <a:custGeom>
              <a:avLst/>
              <a:gdLst/>
              <a:ahLst/>
              <a:cxnLst/>
              <a:rect l="l" t="t" r="r" b="b"/>
              <a:pathLst>
                <a:path w="21286" h="12617" extrusionOk="0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35"/>
            <p:cNvSpPr/>
            <p:nvPr/>
          </p:nvSpPr>
          <p:spPr>
            <a:xfrm>
              <a:off x="2227875" y="2759300"/>
              <a:ext cx="742750" cy="488050"/>
            </a:xfrm>
            <a:custGeom>
              <a:avLst/>
              <a:gdLst/>
              <a:ahLst/>
              <a:cxnLst/>
              <a:rect l="l" t="t" r="r" b="b"/>
              <a:pathLst>
                <a:path w="29710" h="19522" extrusionOk="0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35"/>
            <p:cNvSpPr/>
            <p:nvPr/>
          </p:nvSpPr>
          <p:spPr>
            <a:xfrm>
              <a:off x="3860850" y="4333950"/>
              <a:ext cx="672550" cy="470425"/>
            </a:xfrm>
            <a:custGeom>
              <a:avLst/>
              <a:gdLst/>
              <a:ahLst/>
              <a:cxnLst/>
              <a:rect l="l" t="t" r="r" b="b"/>
              <a:pathLst>
                <a:path w="26902" h="18817" extrusionOk="0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35"/>
            <p:cNvSpPr/>
            <p:nvPr/>
          </p:nvSpPr>
          <p:spPr>
            <a:xfrm>
              <a:off x="3852700" y="4326150"/>
              <a:ext cx="674575" cy="486350"/>
            </a:xfrm>
            <a:custGeom>
              <a:avLst/>
              <a:gdLst/>
              <a:ahLst/>
              <a:cxnLst/>
              <a:rect l="l" t="t" r="r" b="b"/>
              <a:pathLst>
                <a:path w="26983" h="19454" extrusionOk="0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35"/>
            <p:cNvSpPr/>
            <p:nvPr/>
          </p:nvSpPr>
          <p:spPr>
            <a:xfrm>
              <a:off x="4208800" y="4389225"/>
              <a:ext cx="212675" cy="101775"/>
            </a:xfrm>
            <a:custGeom>
              <a:avLst/>
              <a:gdLst/>
              <a:ahLst/>
              <a:cxnLst/>
              <a:rect l="l" t="t" r="r" b="b"/>
              <a:pathLst>
                <a:path w="8507" h="4071" extrusionOk="0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35"/>
            <p:cNvSpPr/>
            <p:nvPr/>
          </p:nvSpPr>
          <p:spPr>
            <a:xfrm>
              <a:off x="4107075" y="4395325"/>
              <a:ext cx="78350" cy="56000"/>
            </a:xfrm>
            <a:custGeom>
              <a:avLst/>
              <a:gdLst/>
              <a:ahLst/>
              <a:cxnLst/>
              <a:rect l="l" t="t" r="r" b="b"/>
              <a:pathLst>
                <a:path w="3134" h="2240" extrusionOk="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35"/>
            <p:cNvSpPr/>
            <p:nvPr/>
          </p:nvSpPr>
          <p:spPr>
            <a:xfrm>
              <a:off x="3132375" y="4321475"/>
              <a:ext cx="590625" cy="357750"/>
            </a:xfrm>
            <a:custGeom>
              <a:avLst/>
              <a:gdLst/>
              <a:ahLst/>
              <a:cxnLst/>
              <a:rect l="l" t="t" r="r" b="b"/>
              <a:pathLst>
                <a:path w="23625" h="14310" extrusionOk="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35"/>
            <p:cNvSpPr/>
            <p:nvPr/>
          </p:nvSpPr>
          <p:spPr>
            <a:xfrm>
              <a:off x="3136450" y="4312925"/>
              <a:ext cx="579950" cy="374425"/>
            </a:xfrm>
            <a:custGeom>
              <a:avLst/>
              <a:gdLst/>
              <a:ahLst/>
              <a:cxnLst/>
              <a:rect l="l" t="t" r="r" b="b"/>
              <a:pathLst>
                <a:path w="23198" h="14977" extrusionOk="0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35"/>
            <p:cNvSpPr/>
            <p:nvPr/>
          </p:nvSpPr>
          <p:spPr>
            <a:xfrm>
              <a:off x="3444725" y="4365825"/>
              <a:ext cx="110925" cy="69225"/>
            </a:xfrm>
            <a:custGeom>
              <a:avLst/>
              <a:gdLst/>
              <a:ahLst/>
              <a:cxnLst/>
              <a:rect l="l" t="t" r="r" b="b"/>
              <a:pathLst>
                <a:path w="4437" h="2769" extrusionOk="0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35"/>
            <p:cNvSpPr/>
            <p:nvPr/>
          </p:nvSpPr>
          <p:spPr>
            <a:xfrm>
              <a:off x="3362300" y="4339625"/>
              <a:ext cx="85500" cy="62600"/>
            </a:xfrm>
            <a:custGeom>
              <a:avLst/>
              <a:gdLst/>
              <a:ahLst/>
              <a:cxnLst/>
              <a:rect l="l" t="t" r="r" b="b"/>
              <a:pathLst>
                <a:path w="3420" h="2504" extrusionOk="0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35"/>
            <p:cNvSpPr/>
            <p:nvPr/>
          </p:nvSpPr>
          <p:spPr>
            <a:xfrm>
              <a:off x="2535150" y="3264975"/>
              <a:ext cx="1519025" cy="2054400"/>
            </a:xfrm>
            <a:custGeom>
              <a:avLst/>
              <a:gdLst/>
              <a:ahLst/>
              <a:cxnLst/>
              <a:rect l="l" t="t" r="r" b="b"/>
              <a:pathLst>
                <a:path w="60761" h="82176" extrusionOk="0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35"/>
            <p:cNvSpPr/>
            <p:nvPr/>
          </p:nvSpPr>
          <p:spPr>
            <a:xfrm>
              <a:off x="2553450" y="3316850"/>
              <a:ext cx="1490550" cy="2002325"/>
            </a:xfrm>
            <a:custGeom>
              <a:avLst/>
              <a:gdLst/>
              <a:ahLst/>
              <a:cxnLst/>
              <a:rect l="l" t="t" r="r" b="b"/>
              <a:pathLst>
                <a:path w="59622" h="80093" extrusionOk="0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35"/>
            <p:cNvSpPr/>
            <p:nvPr/>
          </p:nvSpPr>
          <p:spPr>
            <a:xfrm>
              <a:off x="2545325" y="3256325"/>
              <a:ext cx="1502750" cy="2072025"/>
            </a:xfrm>
            <a:custGeom>
              <a:avLst/>
              <a:gdLst/>
              <a:ahLst/>
              <a:cxnLst/>
              <a:rect l="l" t="t" r="r" b="b"/>
              <a:pathLst>
                <a:path w="60110" h="82881" extrusionOk="0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35"/>
            <p:cNvSpPr/>
            <p:nvPr/>
          </p:nvSpPr>
          <p:spPr>
            <a:xfrm>
              <a:off x="3802850" y="4638300"/>
              <a:ext cx="175025" cy="233225"/>
            </a:xfrm>
            <a:custGeom>
              <a:avLst/>
              <a:gdLst/>
              <a:ahLst/>
              <a:cxnLst/>
              <a:rect l="l" t="t" r="r" b="b"/>
              <a:pathLst>
                <a:path w="7001" h="9329" extrusionOk="0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35"/>
            <p:cNvSpPr/>
            <p:nvPr/>
          </p:nvSpPr>
          <p:spPr>
            <a:xfrm>
              <a:off x="975425" y="2808800"/>
              <a:ext cx="1312500" cy="2649775"/>
            </a:xfrm>
            <a:custGeom>
              <a:avLst/>
              <a:gdLst/>
              <a:ahLst/>
              <a:cxnLst/>
              <a:rect l="l" t="t" r="r" b="b"/>
              <a:pathLst>
                <a:path w="52500" h="105991" extrusionOk="0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35"/>
            <p:cNvSpPr/>
            <p:nvPr/>
          </p:nvSpPr>
          <p:spPr>
            <a:xfrm>
              <a:off x="966275" y="2801025"/>
              <a:ext cx="1330800" cy="2666700"/>
            </a:xfrm>
            <a:custGeom>
              <a:avLst/>
              <a:gdLst/>
              <a:ahLst/>
              <a:cxnLst/>
              <a:rect l="l" t="t" r="r" b="b"/>
              <a:pathLst>
                <a:path w="53232" h="106668" extrusionOk="0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35"/>
            <p:cNvSpPr/>
            <p:nvPr/>
          </p:nvSpPr>
          <p:spPr>
            <a:xfrm>
              <a:off x="474850" y="2774800"/>
              <a:ext cx="1737800" cy="2683775"/>
            </a:xfrm>
            <a:custGeom>
              <a:avLst/>
              <a:gdLst/>
              <a:ahLst/>
              <a:cxnLst/>
              <a:rect l="l" t="t" r="r" b="b"/>
              <a:pathLst>
                <a:path w="69512" h="107351" extrusionOk="0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35"/>
            <p:cNvSpPr/>
            <p:nvPr/>
          </p:nvSpPr>
          <p:spPr>
            <a:xfrm>
              <a:off x="469775" y="2766425"/>
              <a:ext cx="1751000" cy="2701300"/>
            </a:xfrm>
            <a:custGeom>
              <a:avLst/>
              <a:gdLst/>
              <a:ahLst/>
              <a:cxnLst/>
              <a:rect l="l" t="t" r="r" b="b"/>
              <a:pathLst>
                <a:path w="70040" h="108052" extrusionOk="0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35"/>
            <p:cNvSpPr/>
            <p:nvPr/>
          </p:nvSpPr>
          <p:spPr>
            <a:xfrm>
              <a:off x="1026300" y="5458550"/>
              <a:ext cx="6114750" cy="25"/>
            </a:xfrm>
            <a:custGeom>
              <a:avLst/>
              <a:gdLst/>
              <a:ahLst/>
              <a:cxnLst/>
              <a:rect l="l" t="t" r="r" b="b"/>
              <a:pathLst>
                <a:path w="244590" h="1" extrusionOk="0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35"/>
            <p:cNvSpPr/>
            <p:nvPr/>
          </p:nvSpPr>
          <p:spPr>
            <a:xfrm>
              <a:off x="1017150" y="5450400"/>
              <a:ext cx="6132050" cy="17325"/>
            </a:xfrm>
            <a:custGeom>
              <a:avLst/>
              <a:gdLst/>
              <a:ahLst/>
              <a:cxnLst/>
              <a:rect l="l" t="t" r="r" b="b"/>
              <a:pathLst>
                <a:path w="245282" h="693" extrusionOk="0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84" name="Google Shape;1884;p35"/>
          <p:cNvSpPr txBox="1">
            <a:spLocks noGrp="1"/>
          </p:cNvSpPr>
          <p:nvPr>
            <p:ph type="ctrTitle"/>
          </p:nvPr>
        </p:nvSpPr>
        <p:spPr>
          <a:xfrm>
            <a:off x="1702800" y="977329"/>
            <a:ext cx="5738400" cy="16995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chemeClr val="dk2"/>
                </a:solidFill>
              </a:rPr>
              <a:t>IoT Prototype: Smart Sensing via LoRa.</a:t>
            </a:r>
            <a:endParaRPr sz="5000" dirty="0">
              <a:solidFill>
                <a:schemeClr val="dk2"/>
              </a:solidFill>
            </a:endParaRPr>
          </a:p>
        </p:txBody>
      </p:sp>
      <p:sp>
        <p:nvSpPr>
          <p:cNvPr id="1885" name="Google Shape;1885;p35"/>
          <p:cNvSpPr txBox="1">
            <a:spLocks noGrp="1"/>
          </p:cNvSpPr>
          <p:nvPr>
            <p:ph type="subTitle" idx="1"/>
          </p:nvPr>
        </p:nvSpPr>
        <p:spPr>
          <a:xfrm>
            <a:off x="5680656" y="2676865"/>
            <a:ext cx="3264300" cy="16287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 dirty="0">
                <a:solidFill>
                  <a:schemeClr val="accent5"/>
                </a:solidFill>
              </a:rPr>
              <a:t>Presented by(Group-6):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Ridham Pansara (45148)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Mishal Meethian Naina (44943)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Ndayambaje Celestin (44714)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Nasir Sani Ahmed (44749)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Abdullah Ashtar (468943)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accent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71EF5E-ABC7-F4EE-3BED-79A2AF830595}"/>
              </a:ext>
            </a:extLst>
          </p:cNvPr>
          <p:cNvSpPr txBox="1"/>
          <p:nvPr/>
        </p:nvSpPr>
        <p:spPr>
          <a:xfrm>
            <a:off x="7325602" y="4305599"/>
            <a:ext cx="16193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u="sng" dirty="0">
                <a:solidFill>
                  <a:schemeClr val="accent5"/>
                </a:solidFill>
                <a:latin typeface="Barlow Semi Condensed Medium" panose="00000606000000000000" pitchFamily="2" charset="0"/>
              </a:rPr>
              <a:t>Guided by:</a:t>
            </a:r>
          </a:p>
          <a:p>
            <a:r>
              <a:rPr lang="en-IN" sz="1600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Prof, Mürsel Yildiz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>
          <a:extLst>
            <a:ext uri="{FF2B5EF4-FFF2-40B4-BE49-F238E27FC236}">
              <a16:creationId xmlns:a16="http://schemas.microsoft.com/office/drawing/2014/main" id="{CE563975-BF1A-301D-961B-3244F2BA9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p41">
            <a:extLst>
              <a:ext uri="{FF2B5EF4-FFF2-40B4-BE49-F238E27FC236}">
                <a16:creationId xmlns:a16="http://schemas.microsoft.com/office/drawing/2014/main" id="{F87EF1A2-7669-8313-1167-E6ECD9494A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2225" name="Google Shape;2225;p41">
            <a:extLst>
              <a:ext uri="{FF2B5EF4-FFF2-40B4-BE49-F238E27FC236}">
                <a16:creationId xmlns:a16="http://schemas.microsoft.com/office/drawing/2014/main" id="{1E0F3908-6C84-288E-C881-C2ACB628146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85128" y="1185936"/>
            <a:ext cx="5086872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b="1" u="sng" dirty="0"/>
              <a:t>What is the Project?</a:t>
            </a:r>
            <a:endParaRPr sz="1600" u="sng" dirty="0"/>
          </a:p>
        </p:txBody>
      </p:sp>
      <p:sp>
        <p:nvSpPr>
          <p:cNvPr id="2226" name="Google Shape;2226;p41">
            <a:extLst>
              <a:ext uri="{FF2B5EF4-FFF2-40B4-BE49-F238E27FC236}">
                <a16:creationId xmlns:a16="http://schemas.microsoft.com/office/drawing/2014/main" id="{4080BE34-9981-9B3A-2396-A185AAB3216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85128" y="1524804"/>
            <a:ext cx="3718872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/>
            <a:r>
              <a:rPr lang="en-IN" sz="1400" dirty="0"/>
              <a:t>“We developed a smart sensing prototype using an STM32 microcontroller to collect and send environmental data over a wireless LoRa link.”</a:t>
            </a:r>
            <a:endParaRPr sz="1400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27" name="Google Shape;2227;p41">
            <a:extLst>
              <a:ext uri="{FF2B5EF4-FFF2-40B4-BE49-F238E27FC236}">
                <a16:creationId xmlns:a16="http://schemas.microsoft.com/office/drawing/2014/main" id="{63137A76-40BA-4591-7DBD-76A6664CF24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5040002" y="2017536"/>
            <a:ext cx="194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b="1" u="sng" dirty="0"/>
              <a:t>Project Goal:</a:t>
            </a:r>
            <a:endParaRPr sz="1600" u="sng" dirty="0"/>
          </a:p>
        </p:txBody>
      </p:sp>
      <p:sp>
        <p:nvSpPr>
          <p:cNvPr id="2228" name="Google Shape;2228;p41">
            <a:extLst>
              <a:ext uri="{FF2B5EF4-FFF2-40B4-BE49-F238E27FC236}">
                <a16:creationId xmlns:a16="http://schemas.microsoft.com/office/drawing/2014/main" id="{5FE4357B-FEA5-C881-D682-3A3DA0DB27E3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382539" y="3473244"/>
            <a:ext cx="2084472" cy="12279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sz="1400" dirty="0"/>
              <a:t>🧠 </a:t>
            </a:r>
            <a:r>
              <a:rPr lang="en-US" sz="1400" dirty="0"/>
              <a:t>NUCLEO-G071RB</a:t>
            </a:r>
          </a:p>
          <a:p>
            <a:pPr lvl="0"/>
            <a:r>
              <a:rPr lang="en-IN" sz="1400" dirty="0"/>
              <a:t>🌡️ </a:t>
            </a:r>
            <a:r>
              <a:rPr lang="en-US" sz="1400" dirty="0"/>
              <a:t>BME680 Sensor</a:t>
            </a:r>
          </a:p>
          <a:p>
            <a:pPr lvl="0" algn="just"/>
            <a:r>
              <a:rPr lang="en-IN" sz="1400" dirty="0"/>
              <a:t>📡 </a:t>
            </a:r>
            <a:r>
              <a:rPr lang="en-US" sz="1400" dirty="0"/>
              <a:t>SX126x LoRa HAT</a:t>
            </a:r>
          </a:p>
          <a:p>
            <a:pPr lvl="0"/>
            <a:r>
              <a:rPr lang="en-IN" sz="1400" dirty="0"/>
              <a:t>🔌 </a:t>
            </a:r>
            <a:r>
              <a:rPr lang="en-US" sz="1400" dirty="0"/>
              <a:t>UART to USB Interface</a:t>
            </a:r>
          </a:p>
          <a:p>
            <a:pPr lvl="0"/>
            <a:r>
              <a:rPr lang="en-IN" sz="1400" dirty="0"/>
              <a:t>💻 </a:t>
            </a:r>
            <a:r>
              <a:rPr lang="en-US" sz="1400" dirty="0"/>
              <a:t>PuTTY / Terminal</a:t>
            </a:r>
            <a:endParaRPr sz="1400" dirty="0">
              <a:latin typeface="Barlow Semi Condensed"/>
              <a:ea typeface="Barlow Semi Condensed"/>
              <a:cs typeface="Barlow Semi Condensed"/>
              <a:sym typeface="Barlow Semi Condensed"/>
            </a:endParaRPr>
          </a:p>
        </p:txBody>
      </p:sp>
      <p:sp>
        <p:nvSpPr>
          <p:cNvPr id="2229" name="Google Shape;2229;p41">
            <a:extLst>
              <a:ext uri="{FF2B5EF4-FFF2-40B4-BE49-F238E27FC236}">
                <a16:creationId xmlns:a16="http://schemas.microsoft.com/office/drawing/2014/main" id="{14782C9F-795E-0030-D8A0-36C21CCE6EF4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82539" y="3144981"/>
            <a:ext cx="2372472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b="1" u="sng" dirty="0"/>
              <a:t>Key Components Used:</a:t>
            </a:r>
            <a:endParaRPr sz="1600" u="sng" dirty="0"/>
          </a:p>
        </p:txBody>
      </p:sp>
      <p:sp>
        <p:nvSpPr>
          <p:cNvPr id="2232" name="Google Shape;2232;p41">
            <a:extLst>
              <a:ext uri="{FF2B5EF4-FFF2-40B4-BE49-F238E27FC236}">
                <a16:creationId xmlns:a16="http://schemas.microsoft.com/office/drawing/2014/main" id="{3DC694C3-C822-2EC6-89A4-94D130F8D7FA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5040002" y="2272272"/>
            <a:ext cx="3607560" cy="15810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IN" sz="1400" dirty="0"/>
              <a:t>“To create a compact, low-power IoT node that can measure air quality (temperature, humidity, pressure, gas) and send the data wirelessly using LoRa, controlled via a simple command-line interface over UART.”</a:t>
            </a:r>
          </a:p>
        </p:txBody>
      </p:sp>
    </p:spTree>
    <p:extLst>
      <p:ext uri="{BB962C8B-B14F-4D97-AF65-F5344CB8AC3E}">
        <p14:creationId xmlns:p14="http://schemas.microsoft.com/office/powerpoint/2010/main" val="3574412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9B96E-4861-8514-5BEE-885A0F296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4C9AA-8872-0A16-AF4D-BE120FAF2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8250" y="209632"/>
            <a:ext cx="4087500" cy="576000"/>
          </a:xfrm>
        </p:spPr>
        <p:txBody>
          <a:bodyPr/>
          <a:lstStyle/>
          <a:p>
            <a:r>
              <a:rPr lang="en-IN" dirty="0">
                <a:solidFill>
                  <a:schemeClr val="bg2"/>
                </a:solidFill>
              </a:rPr>
              <a:t>Key Features / Capabilities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5F706D-1A8C-23E0-CE05-5529AA98EB52}"/>
              </a:ext>
            </a:extLst>
          </p:cNvPr>
          <p:cNvSpPr txBox="1"/>
          <p:nvPr/>
        </p:nvSpPr>
        <p:spPr>
          <a:xfrm>
            <a:off x="1010652" y="1179094"/>
            <a:ext cx="7002379" cy="3186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Real-time Environmental Sensing: </a:t>
            </a:r>
            <a:r>
              <a:rPr lang="en-IN" dirty="0">
                <a:solidFill>
                  <a:schemeClr val="bg2"/>
                </a:solidFill>
                <a:latin typeface="Barlow Semi Condensed" panose="00000506000000000000" pitchFamily="2" charset="0"/>
              </a:rPr>
              <a:t>Instantly reads temperature, humidity, pressure, and gas from the environment.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Wireless Data Transmission: </a:t>
            </a:r>
            <a:r>
              <a:rPr lang="en-IN" dirty="0">
                <a:solidFill>
                  <a:schemeClr val="bg2"/>
                </a:solidFill>
                <a:latin typeface="Barlow Semi Condensed" panose="00000506000000000000" pitchFamily="2" charset="0"/>
              </a:rPr>
              <a:t>Sends sensor data wirelessly over long distances using the LoRa radio link.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User-friendly CLI: </a:t>
            </a:r>
            <a:r>
              <a:rPr lang="en-IN" dirty="0">
                <a:solidFill>
                  <a:schemeClr val="bg2"/>
                </a:solidFill>
                <a:latin typeface="Barlow Semi Condensed" panose="00000506000000000000" pitchFamily="2" charset="0"/>
              </a:rPr>
              <a:t>Simple command-line interface (PuTTY/Terminal) allows users to request data or control the node easily.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Compact and Low-Power Design: </a:t>
            </a:r>
            <a:r>
              <a:rPr lang="en-IN" dirty="0">
                <a:solidFill>
                  <a:schemeClr val="bg2"/>
                </a:solidFill>
                <a:latin typeface="Barlow Semi Condensed" panose="00000506000000000000" pitchFamily="2" charset="0"/>
              </a:rPr>
              <a:t>Efficient for remote or battery-powered use cases.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Modular and Extensible: </a:t>
            </a:r>
            <a:r>
              <a:rPr lang="en-IN" dirty="0">
                <a:solidFill>
                  <a:schemeClr val="bg2"/>
                </a:solidFill>
                <a:latin typeface="Barlow Semi Condensed" panose="00000506000000000000" pitchFamily="2" charset="0"/>
              </a:rPr>
              <a:t>Easy to add new sensors or commands in future versions.</a:t>
            </a:r>
          </a:p>
          <a:p>
            <a:pPr>
              <a:lnSpc>
                <a:spcPct val="150000"/>
              </a:lnSpc>
            </a:pPr>
            <a:endParaRPr lang="en-IN" dirty="0">
              <a:solidFill>
                <a:schemeClr val="bg2"/>
              </a:solidFill>
              <a:latin typeface="Barlow Semi Condensed" panose="000005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112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>
          <a:extLst>
            <a:ext uri="{FF2B5EF4-FFF2-40B4-BE49-F238E27FC236}">
              <a16:creationId xmlns:a16="http://schemas.microsoft.com/office/drawing/2014/main" id="{9C94B08D-11E7-8E54-6FF6-CB610C2B3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80;p52">
            <a:extLst>
              <a:ext uri="{FF2B5EF4-FFF2-40B4-BE49-F238E27FC236}">
                <a16:creationId xmlns:a16="http://schemas.microsoft.com/office/drawing/2014/main" id="{1F248611-1D71-2E03-4E93-6671E84AE7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421" y="338328"/>
            <a:ext cx="7411453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>
                <a:solidFill>
                  <a:schemeClr val="bg2"/>
                </a:solidFill>
              </a:rPr>
              <a:t>Team Organization: Roles &amp; Responsibilities &amp; Tools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756DC5-4C7B-3BBC-3DF6-0026F5349DB9}"/>
              </a:ext>
            </a:extLst>
          </p:cNvPr>
          <p:cNvSpPr txBox="1"/>
          <p:nvPr/>
        </p:nvSpPr>
        <p:spPr>
          <a:xfrm>
            <a:off x="697832" y="1050758"/>
            <a:ext cx="3360822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>
              <a:lnSpc>
                <a:spcPct val="150000"/>
              </a:lnSpc>
            </a:pPr>
            <a:r>
              <a:rPr lang="en-IN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Mishal  </a:t>
            </a:r>
            <a:r>
              <a:rPr lang="en-IN" dirty="0">
                <a:solidFill>
                  <a:schemeClr val="bg2"/>
                </a:solidFill>
                <a:latin typeface="Barlow Semi Condensed Medium" panose="00000606000000000000" pitchFamily="2" charset="0"/>
              </a:rPr>
              <a:t>(</a:t>
            </a:r>
            <a:r>
              <a:rPr lang="en-IN" i="1" dirty="0">
                <a:solidFill>
                  <a:schemeClr val="bg2"/>
                </a:solidFill>
                <a:latin typeface="Barlow Semi Condensed Medium" panose="00000606000000000000" pitchFamily="2" charset="0"/>
              </a:rPr>
              <a:t>System Setup Coordinator)</a:t>
            </a:r>
            <a:br>
              <a:rPr lang="en-IN" i="1" dirty="0">
                <a:solidFill>
                  <a:schemeClr val="bg2"/>
                </a:solidFill>
                <a:latin typeface="Barlow Semi Condensed Medium" panose="00000606000000000000" pitchFamily="2" charset="0"/>
              </a:rPr>
            </a:br>
            <a:r>
              <a:rPr lang="en-IN" dirty="0">
                <a:latin typeface="Barlow Semi Condensed" panose="00000506000000000000" pitchFamily="2" charset="0"/>
              </a:rPr>
              <a:t>• Planned board layout and pin assignments</a:t>
            </a:r>
            <a:br>
              <a:rPr lang="en-IN" dirty="0">
                <a:latin typeface="Barlow Semi Condensed" panose="00000506000000000000" pitchFamily="2" charset="0"/>
              </a:rPr>
            </a:br>
            <a:r>
              <a:rPr lang="en-IN" dirty="0">
                <a:latin typeface="Barlow Semi Condensed" panose="00000506000000000000" pitchFamily="2" charset="0"/>
              </a:rPr>
              <a:t>• Checked all I2C/SPI/UART connections</a:t>
            </a:r>
          </a:p>
          <a:p>
            <a:pPr fontAlgn="ctr">
              <a:lnSpc>
                <a:spcPct val="150000"/>
              </a:lnSpc>
            </a:pPr>
            <a:r>
              <a:rPr lang="en-IN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Nasir</a:t>
            </a:r>
            <a:r>
              <a:rPr lang="en-IN" b="1" dirty="0">
                <a:solidFill>
                  <a:schemeClr val="accent1"/>
                </a:solidFill>
                <a:latin typeface="Barlow Semi Condensed" panose="00000506000000000000" pitchFamily="2" charset="0"/>
              </a:rPr>
              <a:t> </a:t>
            </a:r>
            <a:r>
              <a:rPr lang="en-IN" dirty="0">
                <a:solidFill>
                  <a:schemeClr val="bg2"/>
                </a:solidFill>
                <a:latin typeface="Barlow Semi Condensed Medium" panose="00000606000000000000" pitchFamily="2" charset="0"/>
              </a:rPr>
              <a:t>(</a:t>
            </a:r>
            <a:r>
              <a:rPr lang="en-IN" i="1" dirty="0">
                <a:latin typeface="Barlow Semi Condensed Medium" panose="00000606000000000000" pitchFamily="2" charset="0"/>
              </a:rPr>
              <a:t>Protocol &amp; Wiring Specialist)</a:t>
            </a:r>
            <a:br>
              <a:rPr lang="en-IN" i="1" dirty="0">
                <a:latin typeface="Barlow Semi Condensed Medium" panose="00000606000000000000" pitchFamily="2" charset="0"/>
              </a:rPr>
            </a:br>
            <a:r>
              <a:rPr lang="en-IN" dirty="0">
                <a:latin typeface="Barlow Semi Condensed" panose="00000506000000000000" pitchFamily="2" charset="0"/>
              </a:rPr>
              <a:t>• Designed I2C, SPI, UART protocols</a:t>
            </a:r>
            <a:br>
              <a:rPr lang="en-IN" dirty="0">
                <a:latin typeface="Barlow Semi Condensed" panose="00000506000000000000" pitchFamily="2" charset="0"/>
              </a:rPr>
            </a:br>
            <a:r>
              <a:rPr lang="en-IN" dirty="0">
                <a:latin typeface="Barlow Semi Condensed" panose="00000506000000000000" pitchFamily="2" charset="0"/>
              </a:rPr>
              <a:t>• Connected components and managed wiring</a:t>
            </a:r>
          </a:p>
          <a:p>
            <a:pPr fontAlgn="ctr">
              <a:lnSpc>
                <a:spcPct val="150000"/>
              </a:lnSpc>
            </a:pPr>
            <a:r>
              <a:rPr lang="en-IN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Ridham</a:t>
            </a:r>
            <a:r>
              <a:rPr lang="en-IN" b="1" dirty="0">
                <a:solidFill>
                  <a:schemeClr val="accent1"/>
                </a:solidFill>
                <a:latin typeface="Barlow Semi Condensed" panose="00000506000000000000" pitchFamily="2" charset="0"/>
              </a:rPr>
              <a:t> </a:t>
            </a:r>
            <a:r>
              <a:rPr lang="en-IN" dirty="0">
                <a:solidFill>
                  <a:schemeClr val="bg2"/>
                </a:solidFill>
                <a:latin typeface="Barlow Semi Condensed Medium" panose="00000606000000000000" pitchFamily="2" charset="0"/>
              </a:rPr>
              <a:t>(</a:t>
            </a:r>
            <a:r>
              <a:rPr lang="en-IN" i="1" dirty="0">
                <a:latin typeface="Barlow Semi Condensed Medium" panose="00000606000000000000" pitchFamily="2" charset="0"/>
              </a:rPr>
              <a:t>Software &amp; Implementation Lead)</a:t>
            </a:r>
            <a:br>
              <a:rPr lang="en-IN" i="1" dirty="0">
                <a:latin typeface="Barlow Semi Condensed Medium" panose="00000606000000000000" pitchFamily="2" charset="0"/>
              </a:rPr>
            </a:br>
            <a:r>
              <a:rPr lang="en-IN" dirty="0">
                <a:latin typeface="Barlow Semi Condensed" panose="00000506000000000000" pitchFamily="2" charset="0"/>
              </a:rPr>
              <a:t>• Wrote and tested STM32 code</a:t>
            </a:r>
            <a:br>
              <a:rPr lang="en-IN" dirty="0">
                <a:latin typeface="Barlow Semi Condensed" panose="00000506000000000000" pitchFamily="2" charset="0"/>
              </a:rPr>
            </a:br>
            <a:r>
              <a:rPr lang="en-IN" dirty="0">
                <a:latin typeface="Barlow Semi Condensed" panose="00000506000000000000" pitchFamily="2" charset="0"/>
              </a:rPr>
              <a:t>• Integrated sensors (I2C) and LoRa (SPI)</a:t>
            </a:r>
            <a:br>
              <a:rPr lang="en-IN" dirty="0">
                <a:latin typeface="Barlow Semi Condensed" panose="00000506000000000000" pitchFamily="2" charset="0"/>
              </a:rPr>
            </a:br>
            <a:r>
              <a:rPr lang="en-IN" dirty="0">
                <a:latin typeface="Barlow Semi Condensed" panose="00000506000000000000" pitchFamily="2" charset="0"/>
              </a:rPr>
              <a:t>• Built the UART command interface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82B027-935C-6C1A-3A49-9BEA5B985407}"/>
              </a:ext>
            </a:extLst>
          </p:cNvPr>
          <p:cNvSpPr txBox="1"/>
          <p:nvPr/>
        </p:nvSpPr>
        <p:spPr>
          <a:xfrm>
            <a:off x="4572000" y="1050758"/>
            <a:ext cx="376187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>
              <a:lnSpc>
                <a:spcPct val="150000"/>
              </a:lnSpc>
            </a:pPr>
            <a:r>
              <a:rPr lang="en-IN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Celestine</a:t>
            </a:r>
            <a:r>
              <a:rPr lang="en-IN" b="1" dirty="0">
                <a:solidFill>
                  <a:schemeClr val="accent1"/>
                </a:solidFill>
                <a:latin typeface="Barlow Semi Condensed" panose="00000506000000000000" pitchFamily="2" charset="0"/>
              </a:rPr>
              <a:t> </a:t>
            </a:r>
            <a:r>
              <a:rPr lang="en-IN" dirty="0">
                <a:solidFill>
                  <a:schemeClr val="bg2"/>
                </a:solidFill>
                <a:latin typeface="Barlow Semi Condensed Medium" panose="00000606000000000000" pitchFamily="2" charset="0"/>
              </a:rPr>
              <a:t>(</a:t>
            </a:r>
            <a:r>
              <a:rPr lang="en-IN" i="1" dirty="0">
                <a:latin typeface="Barlow Semi Condensed Medium" panose="00000606000000000000" pitchFamily="2" charset="0"/>
              </a:rPr>
              <a:t>Documentation &amp; Testing)</a:t>
            </a:r>
            <a:br>
              <a:rPr lang="en-IN" i="1" dirty="0">
                <a:latin typeface="Barlow Semi Condensed Medium" panose="00000606000000000000" pitchFamily="2" charset="0"/>
              </a:rPr>
            </a:br>
            <a:r>
              <a:rPr lang="en-IN" dirty="0">
                <a:latin typeface="Barlow Semi Condensed" panose="00000506000000000000" pitchFamily="2" charset="0"/>
              </a:rPr>
              <a:t>• Managed reports, notes, and traceability</a:t>
            </a:r>
          </a:p>
          <a:p>
            <a:pPr fontAlgn="ctr">
              <a:lnSpc>
                <a:spcPct val="150000"/>
              </a:lnSpc>
            </a:pPr>
            <a:r>
              <a:rPr lang="en-IN" dirty="0">
                <a:latin typeface="Barlow Semi Condensed" panose="00000506000000000000" pitchFamily="2" charset="0"/>
              </a:rPr>
              <a:t>• Tracked project progress and solved problems</a:t>
            </a:r>
            <a:br>
              <a:rPr lang="en-IN" dirty="0">
                <a:latin typeface="Barlow Semi Condensed" panose="00000506000000000000" pitchFamily="2" charset="0"/>
              </a:rPr>
            </a:br>
            <a:r>
              <a:rPr lang="en-IN" dirty="0">
                <a:latin typeface="Barlow Semi Condensed" panose="00000506000000000000" pitchFamily="2" charset="0"/>
              </a:rPr>
              <a:t>• Tested features and explored new tools</a:t>
            </a:r>
          </a:p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D673ED-CC26-9818-3724-0DF9639C138C}"/>
              </a:ext>
            </a:extLst>
          </p:cNvPr>
          <p:cNvSpPr txBox="1"/>
          <p:nvPr/>
        </p:nvSpPr>
        <p:spPr>
          <a:xfrm>
            <a:off x="4572000" y="3096125"/>
            <a:ext cx="35934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Main Tools Used</a:t>
            </a:r>
          </a:p>
          <a:p>
            <a:pPr fontAlgn="ctr"/>
            <a:r>
              <a:rPr lang="en-IN" dirty="0">
                <a:solidFill>
                  <a:schemeClr val="bg2"/>
                </a:solidFill>
                <a:latin typeface="Barlow Semi Condensed" panose="00000506000000000000" pitchFamily="2" charset="0"/>
              </a:rPr>
              <a:t>STM32CubeIDE</a:t>
            </a:r>
          </a:p>
          <a:p>
            <a:pPr fontAlgn="ctr"/>
            <a:r>
              <a:rPr lang="en-IN" dirty="0">
                <a:solidFill>
                  <a:schemeClr val="bg2"/>
                </a:solidFill>
                <a:latin typeface="Barlow Semi Condensed" panose="00000506000000000000" pitchFamily="2" charset="0"/>
              </a:rPr>
              <a:t>PuTTY (UART terminal)</a:t>
            </a:r>
          </a:p>
          <a:p>
            <a:pPr fontAlgn="ctr"/>
            <a:r>
              <a:rPr lang="en-IN" dirty="0">
                <a:solidFill>
                  <a:schemeClr val="bg2"/>
                </a:solidFill>
                <a:latin typeface="Barlow Semi Condensed" panose="00000506000000000000" pitchFamily="2" charset="0"/>
              </a:rPr>
              <a:t>Excel (docs)</a:t>
            </a:r>
          </a:p>
          <a:p>
            <a:pPr fontAlgn="ctr"/>
            <a:r>
              <a:rPr lang="en-IN" dirty="0">
                <a:solidFill>
                  <a:schemeClr val="bg2"/>
                </a:solidFill>
                <a:latin typeface="Barlow Semi Condensed" panose="00000506000000000000" pitchFamily="2" charset="0"/>
              </a:rPr>
              <a:t>PowerPoint (presentation)</a:t>
            </a:r>
          </a:p>
          <a:p>
            <a:pPr fontAlgn="ctr"/>
            <a:r>
              <a:rPr lang="en-IN" dirty="0">
                <a:solidFill>
                  <a:schemeClr val="bg2"/>
                </a:solidFill>
                <a:latin typeface="Barlow Semi Condensed" panose="00000506000000000000" pitchFamily="2" charset="0"/>
              </a:rPr>
              <a:t>WhatsApp/Email (team-communication)</a:t>
            </a:r>
          </a:p>
        </p:txBody>
      </p:sp>
    </p:spTree>
    <p:extLst>
      <p:ext uri="{BB962C8B-B14F-4D97-AF65-F5344CB8AC3E}">
        <p14:creationId xmlns:p14="http://schemas.microsoft.com/office/powerpoint/2010/main" val="3234791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2">
          <a:extLst>
            <a:ext uri="{FF2B5EF4-FFF2-40B4-BE49-F238E27FC236}">
              <a16:creationId xmlns:a16="http://schemas.microsoft.com/office/drawing/2014/main" id="{76B18F9F-A09D-297D-5D63-1704D22A0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40">
            <a:extLst>
              <a:ext uri="{FF2B5EF4-FFF2-40B4-BE49-F238E27FC236}">
                <a16:creationId xmlns:a16="http://schemas.microsoft.com/office/drawing/2014/main" id="{4B3A9DA4-98B1-CA06-CFAE-B7002892C3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19072" y="338328"/>
            <a:ext cx="55779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Components Description</a:t>
            </a:r>
            <a:endParaRPr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C6FBFA4-D6CC-4D2A-E36B-99EBED24B1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165" t="-328" r="27166" b="1316"/>
          <a:stretch>
            <a:fillRect/>
          </a:stretch>
        </p:blipFill>
        <p:spPr>
          <a:xfrm>
            <a:off x="701188" y="932658"/>
            <a:ext cx="1676324" cy="20376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F29E042-684F-2349-6385-3E4BDD6C49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289" t="20438" r="20499" b="37008"/>
          <a:stretch>
            <a:fillRect/>
          </a:stretch>
        </p:blipFill>
        <p:spPr>
          <a:xfrm rot="16200000">
            <a:off x="7076791" y="3295951"/>
            <a:ext cx="2037600" cy="109828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3C7BAB1-887F-02E7-B14A-8F9D77BC3FD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3340" t="13763" r="2161" b="13283"/>
          <a:stretch>
            <a:fillRect/>
          </a:stretch>
        </p:blipFill>
        <p:spPr>
          <a:xfrm>
            <a:off x="701188" y="3543659"/>
            <a:ext cx="836928" cy="74207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77F8FB6-DAEF-A414-E35A-94DFAD07307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944" t="60385" r="9965" b="8032"/>
          <a:stretch>
            <a:fillRect/>
          </a:stretch>
        </p:blipFill>
        <p:spPr>
          <a:xfrm rot="16200000">
            <a:off x="7456224" y="1469513"/>
            <a:ext cx="1495168" cy="597076"/>
          </a:xfrm>
          <a:prstGeom prst="rect">
            <a:avLst/>
          </a:prstGeom>
        </p:spPr>
      </p:pic>
      <p:sp>
        <p:nvSpPr>
          <p:cNvPr id="24" name="Google Shape;2225;p41">
            <a:extLst>
              <a:ext uri="{FF2B5EF4-FFF2-40B4-BE49-F238E27FC236}">
                <a16:creationId xmlns:a16="http://schemas.microsoft.com/office/drawing/2014/main" id="{5DD02BB3-0146-4402-7A2A-FEEEE056D4D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842920" y="1020467"/>
            <a:ext cx="2098712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IN" sz="1600" dirty="0"/>
              <a:t>🧠 </a:t>
            </a:r>
            <a:r>
              <a:rPr lang="en-US" sz="1600" b="1" dirty="0"/>
              <a:t>NUCLEO-G071RB</a:t>
            </a:r>
            <a:endParaRPr sz="1600" dirty="0"/>
          </a:p>
        </p:txBody>
      </p:sp>
      <p:sp>
        <p:nvSpPr>
          <p:cNvPr id="25" name="Google Shape;2226;p41">
            <a:extLst>
              <a:ext uri="{FF2B5EF4-FFF2-40B4-BE49-F238E27FC236}">
                <a16:creationId xmlns:a16="http://schemas.microsoft.com/office/drawing/2014/main" id="{899D419C-3FD3-F56C-676F-84BA38B415D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842920" y="1327356"/>
            <a:ext cx="2178072" cy="6637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/>
            <a:r>
              <a:rPr lang="en-IN" sz="1400" dirty="0">
                <a:solidFill>
                  <a:schemeClr val="accent6">
                    <a:lumMod val="50000"/>
                  </a:schemeClr>
                </a:solidFill>
                <a:latin typeface="Barlow Semi Condensed" panose="00000506000000000000" pitchFamily="2" charset="0"/>
              </a:rPr>
              <a:t>Main microcontroller board used for all processing</a:t>
            </a:r>
          </a:p>
        </p:txBody>
      </p:sp>
      <p:sp>
        <p:nvSpPr>
          <p:cNvPr id="26" name="Google Shape;2233;p41">
            <a:extLst>
              <a:ext uri="{FF2B5EF4-FFF2-40B4-BE49-F238E27FC236}">
                <a16:creationId xmlns:a16="http://schemas.microsoft.com/office/drawing/2014/main" id="{57C0A27B-AA9C-13DD-4CAC-EAD68D35300C}"/>
              </a:ext>
            </a:extLst>
          </p:cNvPr>
          <p:cNvSpPr txBox="1"/>
          <p:nvPr/>
        </p:nvSpPr>
        <p:spPr>
          <a:xfrm>
            <a:off x="2260584" y="1108306"/>
            <a:ext cx="683136" cy="72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01</a:t>
            </a:r>
            <a:endParaRPr sz="3600" dirty="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F2F0321-10E6-6DE7-645A-AA928B920A81}"/>
              </a:ext>
            </a:extLst>
          </p:cNvPr>
          <p:cNvGrpSpPr/>
          <p:nvPr/>
        </p:nvGrpSpPr>
        <p:grpSpPr>
          <a:xfrm>
            <a:off x="1623326" y="3429368"/>
            <a:ext cx="2681048" cy="970658"/>
            <a:chOff x="2434046" y="3780818"/>
            <a:chExt cx="2681048" cy="970659"/>
          </a:xfrm>
        </p:grpSpPr>
        <p:sp>
          <p:nvSpPr>
            <p:cNvPr id="27" name="Google Shape;2225;p41">
              <a:extLst>
                <a:ext uri="{FF2B5EF4-FFF2-40B4-BE49-F238E27FC236}">
                  <a16:creationId xmlns:a16="http://schemas.microsoft.com/office/drawing/2014/main" id="{ACBCCD22-1977-3EFE-90F2-E653043ABE1C}"/>
                </a:ext>
              </a:extLst>
            </p:cNvPr>
            <p:cNvSpPr txBox="1">
              <a:spLocks/>
            </p:cNvSpPr>
            <p:nvPr/>
          </p:nvSpPr>
          <p:spPr>
            <a:xfrm>
              <a:off x="3016382" y="3780818"/>
              <a:ext cx="2098712" cy="37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9pPr>
            </a:lstStyle>
            <a:p>
              <a:pPr algn="l"/>
              <a:r>
                <a:rPr lang="en-IN" dirty="0"/>
                <a:t>🌡️ </a:t>
              </a:r>
              <a:r>
                <a:rPr lang="en-US" b="1" dirty="0"/>
                <a:t>BME680 Sensor</a:t>
              </a:r>
              <a:endParaRPr lang="en-IN" sz="1600" dirty="0"/>
            </a:p>
          </p:txBody>
        </p:sp>
        <p:sp>
          <p:nvSpPr>
            <p:cNvPr id="28" name="Google Shape;2226;p41">
              <a:extLst>
                <a:ext uri="{FF2B5EF4-FFF2-40B4-BE49-F238E27FC236}">
                  <a16:creationId xmlns:a16="http://schemas.microsoft.com/office/drawing/2014/main" id="{1C25E3E2-F545-8C66-A86D-AE22AAA873C1}"/>
                </a:ext>
              </a:extLst>
            </p:cNvPr>
            <p:cNvSpPr txBox="1">
              <a:spLocks/>
            </p:cNvSpPr>
            <p:nvPr/>
          </p:nvSpPr>
          <p:spPr>
            <a:xfrm>
              <a:off x="3016382" y="4087708"/>
              <a:ext cx="1810704" cy="66376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1pPr>
              <a:lvl2pPr marR="0" lvl="1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2pPr>
              <a:lvl3pPr marR="0" lvl="2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3pPr>
              <a:lvl4pPr marR="0" lvl="3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4pPr>
              <a:lvl5pPr marR="0" lvl="4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5pPr>
              <a:lvl6pPr marR="0" lvl="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6pPr>
              <a:lvl7pPr marR="0" lvl="6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7pPr>
              <a:lvl8pPr marR="0" lvl="7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8pPr>
              <a:lvl9pPr marR="0" lvl="8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  <a:defRPr sz="1800" b="0" i="0" u="none" strike="noStrike" cap="none">
                  <a:solidFill>
                    <a:schemeClr val="accent1"/>
                  </a:solidFill>
                  <a:latin typeface="Barlow Semi Condensed Medium"/>
                  <a:ea typeface="Barlow Semi Condensed Medium"/>
                  <a:cs typeface="Barlow Semi Condensed Medium"/>
                  <a:sym typeface="Barlow Semi Condensed Medium"/>
                </a:defRPr>
              </a:lvl9pPr>
            </a:lstStyle>
            <a:p>
              <a:pPr algn="just"/>
              <a:r>
                <a:rPr lang="en-IN" sz="1400" dirty="0">
                  <a:solidFill>
                    <a:schemeClr val="accent6">
                      <a:lumMod val="50000"/>
                    </a:schemeClr>
                  </a:solidFill>
                  <a:latin typeface="Barlow Semi Condensed" panose="00000506000000000000" pitchFamily="2" charset="0"/>
                </a:rPr>
                <a:t>Measures temperature, humidity, pressure, and gas resistance</a:t>
              </a:r>
            </a:p>
          </p:txBody>
        </p:sp>
        <p:sp>
          <p:nvSpPr>
            <p:cNvPr id="29" name="Google Shape;2233;p41">
              <a:extLst>
                <a:ext uri="{FF2B5EF4-FFF2-40B4-BE49-F238E27FC236}">
                  <a16:creationId xmlns:a16="http://schemas.microsoft.com/office/drawing/2014/main" id="{839DCD74-FFEB-4969-DC31-93DCE48DF3E2}"/>
                </a:ext>
              </a:extLst>
            </p:cNvPr>
            <p:cNvSpPr txBox="1"/>
            <p:nvPr/>
          </p:nvSpPr>
          <p:spPr>
            <a:xfrm>
              <a:off x="2434046" y="3868656"/>
              <a:ext cx="683136" cy="727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dirty="0">
                  <a:solidFill>
                    <a:schemeClr val="accent1"/>
                  </a:solidFill>
                  <a:latin typeface="Fjalla One"/>
                  <a:ea typeface="Fjalla One"/>
                  <a:cs typeface="Fjalla One"/>
                  <a:sym typeface="Fjalla One"/>
                </a:rPr>
                <a:t>03</a:t>
              </a:r>
              <a:endParaRPr sz="3600" dirty="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sp>
        <p:nvSpPr>
          <p:cNvPr id="31" name="Google Shape;2225;p41">
            <a:extLst>
              <a:ext uri="{FF2B5EF4-FFF2-40B4-BE49-F238E27FC236}">
                <a16:creationId xmlns:a16="http://schemas.microsoft.com/office/drawing/2014/main" id="{33617F4A-C484-71D1-4F39-A1AE31DC6242}"/>
              </a:ext>
            </a:extLst>
          </p:cNvPr>
          <p:cNvSpPr txBox="1">
            <a:spLocks/>
          </p:cNvSpPr>
          <p:nvPr/>
        </p:nvSpPr>
        <p:spPr>
          <a:xfrm>
            <a:off x="5556978" y="1502747"/>
            <a:ext cx="2253928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IN" sz="1600" dirty="0"/>
              <a:t>🔌 </a:t>
            </a:r>
            <a:r>
              <a:rPr lang="en-US" sz="1600" b="1" dirty="0"/>
              <a:t>UART to USB Interface</a:t>
            </a:r>
            <a:endParaRPr lang="en-IN" sz="1600" dirty="0"/>
          </a:p>
        </p:txBody>
      </p:sp>
      <p:sp>
        <p:nvSpPr>
          <p:cNvPr id="32" name="Google Shape;2233;p41">
            <a:extLst>
              <a:ext uri="{FF2B5EF4-FFF2-40B4-BE49-F238E27FC236}">
                <a16:creationId xmlns:a16="http://schemas.microsoft.com/office/drawing/2014/main" id="{40941449-40FB-FA35-EA97-61FD890549A2}"/>
              </a:ext>
            </a:extLst>
          </p:cNvPr>
          <p:cNvSpPr txBox="1"/>
          <p:nvPr/>
        </p:nvSpPr>
        <p:spPr>
          <a:xfrm>
            <a:off x="7204882" y="1009103"/>
            <a:ext cx="683136" cy="72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02</a:t>
            </a:r>
            <a:endParaRPr sz="3600" dirty="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33" name="Google Shape;2226;p41">
            <a:extLst>
              <a:ext uri="{FF2B5EF4-FFF2-40B4-BE49-F238E27FC236}">
                <a16:creationId xmlns:a16="http://schemas.microsoft.com/office/drawing/2014/main" id="{1CE4F714-C885-37E2-57E5-D5BBFC24126E}"/>
              </a:ext>
            </a:extLst>
          </p:cNvPr>
          <p:cNvSpPr txBox="1">
            <a:spLocks/>
          </p:cNvSpPr>
          <p:nvPr/>
        </p:nvSpPr>
        <p:spPr>
          <a:xfrm>
            <a:off x="5560328" y="1813403"/>
            <a:ext cx="2327690" cy="663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 algn="just"/>
            <a:r>
              <a:rPr lang="en-IN" sz="1400" dirty="0">
                <a:solidFill>
                  <a:schemeClr val="accent6">
                    <a:lumMod val="50000"/>
                  </a:schemeClr>
                </a:solidFill>
                <a:latin typeface="Barlow Semi Condensed" panose="00000506000000000000" pitchFamily="2" charset="0"/>
              </a:rPr>
              <a:t>Lets the PC send commands and receive sensor data</a:t>
            </a:r>
          </a:p>
        </p:txBody>
      </p:sp>
      <p:sp>
        <p:nvSpPr>
          <p:cNvPr id="34" name="Google Shape;2233;p41">
            <a:extLst>
              <a:ext uri="{FF2B5EF4-FFF2-40B4-BE49-F238E27FC236}">
                <a16:creationId xmlns:a16="http://schemas.microsoft.com/office/drawing/2014/main" id="{CF4D67A4-531A-6E01-82E5-7B2DE1FA172B}"/>
              </a:ext>
            </a:extLst>
          </p:cNvPr>
          <p:cNvSpPr txBox="1"/>
          <p:nvPr/>
        </p:nvSpPr>
        <p:spPr>
          <a:xfrm>
            <a:off x="6792264" y="2889043"/>
            <a:ext cx="683136" cy="72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chemeClr val="accent1"/>
                </a:solidFill>
                <a:latin typeface="Fjalla One"/>
                <a:ea typeface="Fjalla One"/>
                <a:cs typeface="Fjalla One"/>
                <a:sym typeface="Fjalla One"/>
              </a:rPr>
              <a:t>04</a:t>
            </a:r>
            <a:endParaRPr sz="3600" dirty="0">
              <a:solidFill>
                <a:schemeClr val="accen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sp>
        <p:nvSpPr>
          <p:cNvPr id="35" name="Google Shape;2225;p41">
            <a:extLst>
              <a:ext uri="{FF2B5EF4-FFF2-40B4-BE49-F238E27FC236}">
                <a16:creationId xmlns:a16="http://schemas.microsoft.com/office/drawing/2014/main" id="{6B187538-D8BA-DCE0-FCC9-F830D8A57865}"/>
              </a:ext>
            </a:extLst>
          </p:cNvPr>
          <p:cNvSpPr txBox="1">
            <a:spLocks/>
          </p:cNvSpPr>
          <p:nvPr/>
        </p:nvSpPr>
        <p:spPr>
          <a:xfrm>
            <a:off x="5218760" y="3440673"/>
            <a:ext cx="2098712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r>
              <a:rPr lang="en-IN" dirty="0"/>
              <a:t>📡 </a:t>
            </a:r>
            <a:r>
              <a:rPr lang="en-US" b="1" dirty="0"/>
              <a:t>SX126x LoRa HAT</a:t>
            </a:r>
            <a:endParaRPr lang="en-IN" sz="1600" dirty="0"/>
          </a:p>
        </p:txBody>
      </p:sp>
      <p:sp>
        <p:nvSpPr>
          <p:cNvPr id="36" name="Google Shape;2226;p41">
            <a:extLst>
              <a:ext uri="{FF2B5EF4-FFF2-40B4-BE49-F238E27FC236}">
                <a16:creationId xmlns:a16="http://schemas.microsoft.com/office/drawing/2014/main" id="{813806CA-5D48-121D-60FE-18DE25835ECE}"/>
              </a:ext>
            </a:extLst>
          </p:cNvPr>
          <p:cNvSpPr txBox="1">
            <a:spLocks/>
          </p:cNvSpPr>
          <p:nvPr/>
        </p:nvSpPr>
        <p:spPr>
          <a:xfrm>
            <a:off x="5218760" y="3794444"/>
            <a:ext cx="2327690" cy="663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 algn="just"/>
            <a:r>
              <a:rPr lang="en-IN" sz="1400" dirty="0">
                <a:solidFill>
                  <a:schemeClr val="accent6">
                    <a:lumMod val="50000"/>
                  </a:schemeClr>
                </a:solidFill>
                <a:latin typeface="Barlow Semi Condensed" panose="00000506000000000000" pitchFamily="2" charset="0"/>
              </a:rPr>
              <a:t>Sends sensor data wirelessly over LoRa using SPI</a:t>
            </a:r>
          </a:p>
        </p:txBody>
      </p:sp>
    </p:spTree>
    <p:extLst>
      <p:ext uri="{BB962C8B-B14F-4D97-AF65-F5344CB8AC3E}">
        <p14:creationId xmlns:p14="http://schemas.microsoft.com/office/powerpoint/2010/main" val="1077139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9">
          <a:extLst>
            <a:ext uri="{FF2B5EF4-FFF2-40B4-BE49-F238E27FC236}">
              <a16:creationId xmlns:a16="http://schemas.microsoft.com/office/drawing/2014/main" id="{D655368D-FF26-8043-9B2E-D15E76728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0" name="Google Shape;1890;p36">
            <a:extLst>
              <a:ext uri="{FF2B5EF4-FFF2-40B4-BE49-F238E27FC236}">
                <a16:creationId xmlns:a16="http://schemas.microsoft.com/office/drawing/2014/main" id="{21F68FE7-710A-A31C-1CFA-A8E55CEEA7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09600" y="338328"/>
            <a:ext cx="4510788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Hardware: Pin Configuration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8EA218-5FFC-1CE7-C199-578CE5EC05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01" t="2689" r="4046" b="3692"/>
          <a:stretch>
            <a:fillRect/>
          </a:stretch>
        </p:blipFill>
        <p:spPr>
          <a:xfrm>
            <a:off x="5893464" y="2152800"/>
            <a:ext cx="2832936" cy="25127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84B718-DD9F-9379-83DA-8D26933996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35" y="972000"/>
            <a:ext cx="4841450" cy="400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06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>
          <a:extLst>
            <a:ext uri="{FF2B5EF4-FFF2-40B4-BE49-F238E27FC236}">
              <a16:creationId xmlns:a16="http://schemas.microsoft.com/office/drawing/2014/main" id="{60242EA6-7EB2-272D-F7F5-F271DC615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890;p36">
            <a:extLst>
              <a:ext uri="{FF2B5EF4-FFF2-40B4-BE49-F238E27FC236}">
                <a16:creationId xmlns:a16="http://schemas.microsoft.com/office/drawing/2014/main" id="{6C968357-ABC5-FB45-3DC5-36C6C80C63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09600" y="338328"/>
            <a:ext cx="48384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I2C Protocol – Design Approach</a:t>
            </a:r>
            <a:endParaRPr dirty="0"/>
          </a:p>
        </p:txBody>
      </p:sp>
      <p:sp>
        <p:nvSpPr>
          <p:cNvPr id="12" name="Google Shape;2225;p41">
            <a:extLst>
              <a:ext uri="{FF2B5EF4-FFF2-40B4-BE49-F238E27FC236}">
                <a16:creationId xmlns:a16="http://schemas.microsoft.com/office/drawing/2014/main" id="{0C33C53D-4225-8376-46A1-0B2800AC3E6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72520" y="969452"/>
            <a:ext cx="6639480" cy="35161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 fontAlgn="ctr">
              <a:lnSpc>
                <a:spcPct val="150000"/>
              </a:lnSpc>
              <a:buClrTx/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Two-wire Bus:</a:t>
            </a:r>
            <a:r>
              <a:rPr lang="en-IN" sz="1600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 </a:t>
            </a:r>
            <a:r>
              <a:rPr lang="en-IN" dirty="0"/>
              <a:t>SDA (Data), SCL (Clock)</a:t>
            </a:r>
          </a:p>
          <a:p>
            <a:pPr marL="285750" indent="-285750" algn="just" fontAlgn="ctr">
              <a:lnSpc>
                <a:spcPct val="150000"/>
              </a:lnSpc>
              <a:buClrTx/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Master-Slave Communication:</a:t>
            </a:r>
            <a:r>
              <a:rPr lang="en-IN" sz="1600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 </a:t>
            </a:r>
            <a:r>
              <a:rPr lang="en-IN" dirty="0"/>
              <a:t>One master controls one or more slaves</a:t>
            </a:r>
          </a:p>
          <a:p>
            <a:pPr marL="285750" indent="-285750" algn="just" fontAlgn="ctr">
              <a:lnSpc>
                <a:spcPct val="150000"/>
              </a:lnSpc>
              <a:buClrTx/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Device Addressing:</a:t>
            </a:r>
            <a:r>
              <a:rPr lang="en-IN" sz="1600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 </a:t>
            </a:r>
            <a:r>
              <a:rPr lang="en-IN" dirty="0"/>
              <a:t>Each device has a unique address (7/10 bits)</a:t>
            </a:r>
          </a:p>
          <a:p>
            <a:pPr marL="285750" indent="-285750" algn="just" fontAlgn="ctr">
              <a:lnSpc>
                <a:spcPct val="150000"/>
              </a:lnSpc>
              <a:buClrTx/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Data Flow:</a:t>
            </a:r>
            <a:r>
              <a:rPr lang="en-IN" sz="1600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 </a:t>
            </a:r>
            <a:r>
              <a:rPr lang="en-IN" dirty="0"/>
              <a:t>Master initiates all transfers; slaves respond</a:t>
            </a:r>
          </a:p>
          <a:p>
            <a:pPr marL="285750" indent="-285750" algn="just" fontAlgn="ctr">
              <a:lnSpc>
                <a:spcPct val="150000"/>
              </a:lnSpc>
              <a:buClrTx/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Shared Bus:</a:t>
            </a:r>
            <a:r>
              <a:rPr lang="en-IN" sz="1600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 </a:t>
            </a:r>
            <a:r>
              <a:rPr lang="en-IN" dirty="0"/>
              <a:t>All devices connected to the same two wires</a:t>
            </a:r>
          </a:p>
          <a:p>
            <a:pPr marL="285750" indent="-285750" algn="just" fontAlgn="ctr">
              <a:lnSpc>
                <a:spcPct val="150000"/>
              </a:lnSpc>
              <a:buClrTx/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Speed:</a:t>
            </a:r>
            <a:r>
              <a:rPr lang="en-IN" sz="1600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 </a:t>
            </a:r>
            <a:r>
              <a:rPr lang="en-IN" dirty="0"/>
              <a:t>Standard mode (100kHz), Fast mode (400kHz), up to 1MHz (Fast+)</a:t>
            </a:r>
          </a:p>
          <a:p>
            <a:pPr marL="285750" indent="-285750" algn="just" fontAlgn="ctr">
              <a:lnSpc>
                <a:spcPct val="150000"/>
              </a:lnSpc>
              <a:buClrTx/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Pros:</a:t>
            </a:r>
            <a:r>
              <a:rPr lang="en-IN" sz="1600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 </a:t>
            </a:r>
            <a:r>
              <a:rPr lang="en-IN" dirty="0"/>
              <a:t>Fewer wires, simple wiring for many devices</a:t>
            </a:r>
          </a:p>
          <a:p>
            <a:pPr marL="285750" indent="-285750" algn="just" fontAlgn="ctr">
              <a:lnSpc>
                <a:spcPct val="150000"/>
              </a:lnSpc>
              <a:buClrTx/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Cons:</a:t>
            </a:r>
            <a:r>
              <a:rPr lang="en-IN" sz="1600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 </a:t>
            </a:r>
            <a:r>
              <a:rPr lang="en-IN" dirty="0"/>
              <a:t>Slower than SPI, bus can get crowded with many devices</a:t>
            </a:r>
          </a:p>
          <a:p>
            <a:pPr marL="285750" indent="-285750" algn="just" fontAlgn="ctr">
              <a:lnSpc>
                <a:spcPct val="150000"/>
              </a:lnSpc>
              <a:buClrTx/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Use Cases:</a:t>
            </a:r>
            <a:r>
              <a:rPr lang="en-IN" sz="1600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 </a:t>
            </a:r>
            <a:r>
              <a:rPr lang="en-IN" dirty="0"/>
              <a:t>Sensors (BME680), EEPROM, RTCs, low-speed peripherals</a:t>
            </a:r>
          </a:p>
          <a:p>
            <a:pPr marL="285750" lvl="0" indent="-285750" algn="just">
              <a:lnSpc>
                <a:spcPct val="150000"/>
              </a:lnSpc>
              <a:buClrTx/>
              <a:buFont typeface="Courier New" panose="02070309020205020404" pitchFamily="49" charset="0"/>
              <a:buChar char="o"/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644593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>
          <a:extLst>
            <a:ext uri="{FF2B5EF4-FFF2-40B4-BE49-F238E27FC236}">
              <a16:creationId xmlns:a16="http://schemas.microsoft.com/office/drawing/2014/main" id="{80293035-A241-3C6F-FC3A-04A342256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90;p36">
            <a:extLst>
              <a:ext uri="{FF2B5EF4-FFF2-40B4-BE49-F238E27FC236}">
                <a16:creationId xmlns:a16="http://schemas.microsoft.com/office/drawing/2014/main" id="{2B34B934-1272-FC7B-467D-1BEF4B3F79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09600" y="338328"/>
            <a:ext cx="48384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SPI Protocol – Design Approach</a:t>
            </a:r>
            <a:endParaRPr dirty="0"/>
          </a:p>
        </p:txBody>
      </p:sp>
      <p:sp>
        <p:nvSpPr>
          <p:cNvPr id="3" name="Google Shape;2225;p41">
            <a:extLst>
              <a:ext uri="{FF2B5EF4-FFF2-40B4-BE49-F238E27FC236}">
                <a16:creationId xmlns:a16="http://schemas.microsoft.com/office/drawing/2014/main" id="{410DB228-92E6-3BCC-9D9A-9690836B3FF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72520" y="969452"/>
            <a:ext cx="6639480" cy="35161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l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Four-wire Interface: </a:t>
            </a:r>
            <a:r>
              <a:rPr lang="en-IN" dirty="0"/>
              <a:t>MOSI, MISO, SCK, SS/CS</a:t>
            </a:r>
          </a:p>
          <a:p>
            <a:pPr marL="285750" indent="-285750" algn="l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Master-Slave Communication: </a:t>
            </a:r>
            <a:r>
              <a:rPr lang="en-IN" dirty="0"/>
              <a:t>One master, multiple slaves (selected by CS)</a:t>
            </a:r>
          </a:p>
          <a:p>
            <a:pPr marL="285750" indent="-285750" algn="l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No Addressing: </a:t>
            </a:r>
            <a:r>
              <a:rPr lang="en-IN" dirty="0"/>
              <a:t>Each slave selected by individual Chip Select line</a:t>
            </a:r>
          </a:p>
          <a:p>
            <a:pPr marL="285750" indent="-285750" algn="l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Full Duplex: </a:t>
            </a:r>
            <a:r>
              <a:rPr lang="en-IN" dirty="0"/>
              <a:t>Data sent and received at the same time</a:t>
            </a:r>
          </a:p>
          <a:p>
            <a:pPr marL="285750" indent="-285750" algn="l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Speed: </a:t>
            </a:r>
            <a:r>
              <a:rPr lang="en-IN" dirty="0"/>
              <a:t>Much faster than I2C (up to tens of MHz)</a:t>
            </a:r>
          </a:p>
          <a:p>
            <a:pPr marL="285750" indent="-285750" algn="l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Pros: </a:t>
            </a:r>
            <a:r>
              <a:rPr lang="en-IN" dirty="0"/>
              <a:t>High speed, reliable, simple protocol</a:t>
            </a:r>
          </a:p>
          <a:p>
            <a:pPr marL="285750" indent="-285750" algn="l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Cons: </a:t>
            </a:r>
            <a:r>
              <a:rPr lang="en-IN" dirty="0"/>
              <a:t>More wires needed (extra CS per device), less scalable for many devices</a:t>
            </a:r>
          </a:p>
          <a:p>
            <a:pPr marL="285750" indent="-285750" algn="l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Use Cases: </a:t>
            </a:r>
            <a:r>
              <a:rPr lang="en-IN" dirty="0"/>
              <a:t>Radio modules (SX1262 LoRa), SD cards, displays, high-speed ADC/DAC</a:t>
            </a:r>
          </a:p>
        </p:txBody>
      </p:sp>
    </p:spTree>
    <p:extLst>
      <p:ext uri="{BB962C8B-B14F-4D97-AF65-F5344CB8AC3E}">
        <p14:creationId xmlns:p14="http://schemas.microsoft.com/office/powerpoint/2010/main" val="4254418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>
          <a:extLst>
            <a:ext uri="{FF2B5EF4-FFF2-40B4-BE49-F238E27FC236}">
              <a16:creationId xmlns:a16="http://schemas.microsoft.com/office/drawing/2014/main" id="{0FC8C20E-3966-9446-40A0-0BC42D0D1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890;p36">
            <a:extLst>
              <a:ext uri="{FF2B5EF4-FFF2-40B4-BE49-F238E27FC236}">
                <a16:creationId xmlns:a16="http://schemas.microsoft.com/office/drawing/2014/main" id="{0F7B97B2-2268-3626-1979-92D62AA607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09600" y="338328"/>
            <a:ext cx="48384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UART Protocol – Design Approach</a:t>
            </a:r>
            <a:endParaRPr dirty="0"/>
          </a:p>
        </p:txBody>
      </p:sp>
      <p:sp>
        <p:nvSpPr>
          <p:cNvPr id="12" name="Google Shape;2225;p41">
            <a:extLst>
              <a:ext uri="{FF2B5EF4-FFF2-40B4-BE49-F238E27FC236}">
                <a16:creationId xmlns:a16="http://schemas.microsoft.com/office/drawing/2014/main" id="{F5E4EE66-FBBE-1E54-DA4B-CA2F32415E0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158120" y="914328"/>
            <a:ext cx="6639480" cy="41328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l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Two-wire Serial Communication: </a:t>
            </a:r>
            <a:r>
              <a:rPr lang="en-IN" dirty="0"/>
              <a:t>TX (Transmit), RX (Receive)</a:t>
            </a:r>
          </a:p>
          <a:p>
            <a:pPr marL="285750" indent="-285750" algn="l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Point-to-Point: </a:t>
            </a:r>
            <a:r>
              <a:rPr lang="en-IN" dirty="0">
                <a:solidFill>
                  <a:schemeClr val="tx1"/>
                </a:solidFill>
                <a:latin typeface="Barlow Semi Condensed" panose="00000506000000000000" pitchFamily="2" charset="0"/>
              </a:rPr>
              <a:t>Only connects two devices (no bus, no multiple slaves)</a:t>
            </a:r>
          </a:p>
          <a:p>
            <a:pPr marL="285750" indent="-285750" algn="l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Asynchronous:</a:t>
            </a:r>
            <a:r>
              <a:rPr lang="en-IN" dirty="0"/>
              <a:t> No clock line, relies on agreed baud rate</a:t>
            </a:r>
          </a:p>
          <a:p>
            <a:pPr marL="285750" indent="-285750" algn="l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Simple Data Framing: </a:t>
            </a:r>
            <a:r>
              <a:rPr lang="en-IN" dirty="0"/>
              <a:t>Start bit, data bits, optional parity, stop bit</a:t>
            </a:r>
          </a:p>
          <a:p>
            <a:pPr marL="285750" indent="-285750" algn="l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Full Duplex: </a:t>
            </a:r>
            <a:r>
              <a:rPr lang="en-IN" dirty="0"/>
              <a:t>Can send and receive at the same time</a:t>
            </a:r>
          </a:p>
          <a:p>
            <a:pPr marL="285750" indent="-285750" algn="l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Configuration Needed: </a:t>
            </a:r>
            <a:r>
              <a:rPr lang="en-IN" dirty="0"/>
              <a:t>Baud rate, data bits, parity, stop bits must match</a:t>
            </a:r>
          </a:p>
          <a:p>
            <a:pPr marL="285750" indent="-285750" algn="l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Typical Speeds: </a:t>
            </a:r>
            <a:r>
              <a:rPr lang="en-IN" dirty="0"/>
              <a:t>Common from 9600 to 115200 baud (can be faster)</a:t>
            </a:r>
          </a:p>
          <a:p>
            <a:pPr marL="285750" indent="-285750" algn="l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Pros: </a:t>
            </a:r>
            <a:r>
              <a:rPr lang="en-IN" dirty="0"/>
              <a:t>Very simple wiring, widely used for debugging, supported everywhere</a:t>
            </a:r>
          </a:p>
          <a:p>
            <a:pPr marL="285750" indent="-285750" algn="l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Cons:</a:t>
            </a:r>
            <a:r>
              <a:rPr lang="en-IN" dirty="0"/>
              <a:t> Only two devices, not suitable for complex/many devices</a:t>
            </a:r>
          </a:p>
          <a:p>
            <a:pPr marL="285750" indent="-285750" algn="l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Use Cases: </a:t>
            </a:r>
            <a:r>
              <a:rPr lang="en-IN" dirty="0"/>
              <a:t>Microcontroller-PC connection (via USB), GPS/Bluetooth/</a:t>
            </a:r>
            <a:r>
              <a:rPr lang="en-IN" dirty="0" err="1"/>
              <a:t>WiFi</a:t>
            </a:r>
            <a:r>
              <a:rPr lang="en-IN" dirty="0"/>
              <a:t> modules, debug console</a:t>
            </a:r>
          </a:p>
        </p:txBody>
      </p:sp>
    </p:spTree>
    <p:extLst>
      <p:ext uri="{BB962C8B-B14F-4D97-AF65-F5344CB8AC3E}">
        <p14:creationId xmlns:p14="http://schemas.microsoft.com/office/powerpoint/2010/main" val="2464403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1">
          <a:extLst>
            <a:ext uri="{FF2B5EF4-FFF2-40B4-BE49-F238E27FC236}">
              <a16:creationId xmlns:a16="http://schemas.microsoft.com/office/drawing/2014/main" id="{D9EDDBF2-E65C-803D-3FBA-18695CFB1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890;p36">
            <a:extLst>
              <a:ext uri="{FF2B5EF4-FFF2-40B4-BE49-F238E27FC236}">
                <a16:creationId xmlns:a16="http://schemas.microsoft.com/office/drawing/2014/main" id="{A0DD411E-41CA-7C6D-4458-7D73AA566B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09600" y="338328"/>
            <a:ext cx="48384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Comparison – I2C &amp; SPI Protocol</a:t>
            </a:r>
            <a:endParaRPr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C7C8E2-CFBA-9103-6981-8EAABCF17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874437"/>
              </p:ext>
            </p:extLst>
          </p:nvPr>
        </p:nvGraphicFramePr>
        <p:xfrm>
          <a:off x="1101600" y="999491"/>
          <a:ext cx="6912000" cy="3413760"/>
        </p:xfrm>
        <a:graphic>
          <a:graphicData uri="http://schemas.openxmlformats.org/drawingml/2006/table">
            <a:tbl>
              <a:tblPr firstRow="1" bandRow="1">
                <a:tableStyleId>{72EBC280-E887-4BEA-9255-B94B4262F4E0}</a:tableStyleId>
              </a:tblPr>
              <a:tblGrid>
                <a:gridCol w="1101600">
                  <a:extLst>
                    <a:ext uri="{9D8B030D-6E8A-4147-A177-3AD203B41FA5}">
                      <a16:colId xmlns:a16="http://schemas.microsoft.com/office/drawing/2014/main" val="1587232427"/>
                    </a:ext>
                  </a:extLst>
                </a:gridCol>
                <a:gridCol w="1745646">
                  <a:extLst>
                    <a:ext uri="{9D8B030D-6E8A-4147-A177-3AD203B41FA5}">
                      <a16:colId xmlns:a16="http://schemas.microsoft.com/office/drawing/2014/main" val="28609196"/>
                    </a:ext>
                  </a:extLst>
                </a:gridCol>
                <a:gridCol w="2032377">
                  <a:extLst>
                    <a:ext uri="{9D8B030D-6E8A-4147-A177-3AD203B41FA5}">
                      <a16:colId xmlns:a16="http://schemas.microsoft.com/office/drawing/2014/main" val="3730446386"/>
                    </a:ext>
                  </a:extLst>
                </a:gridCol>
                <a:gridCol w="2032377">
                  <a:extLst>
                    <a:ext uri="{9D8B030D-6E8A-4147-A177-3AD203B41FA5}">
                      <a16:colId xmlns:a16="http://schemas.microsoft.com/office/drawing/2014/main" val="2647627213"/>
                    </a:ext>
                  </a:extLst>
                </a:gridCol>
              </a:tblGrid>
              <a:tr h="296421">
                <a:tc>
                  <a:txBody>
                    <a:bodyPr/>
                    <a:lstStyle/>
                    <a:p>
                      <a:r>
                        <a:rPr lang="en-IN" sz="1600" b="1" i="0" u="sng" strike="noStrike" cap="none" dirty="0">
                          <a:solidFill>
                            <a:schemeClr val="accent1"/>
                          </a:solidFill>
                          <a:effectLst/>
                          <a:latin typeface="Barlow Semi Condensed Medium" panose="00000606000000000000" pitchFamily="2" charset="0"/>
                          <a:ea typeface="Arial"/>
                          <a:cs typeface="Arial"/>
                          <a:sym typeface="Arial"/>
                        </a:rPr>
                        <a:t>Feature</a:t>
                      </a:r>
                      <a:endParaRPr lang="en-IN" sz="1600" u="sng" dirty="0">
                        <a:solidFill>
                          <a:schemeClr val="accent1"/>
                        </a:solidFill>
                        <a:latin typeface="Barlow Semi Condensed Medium" panose="00000606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b="1" i="0" u="sng" strike="noStrike" cap="none" dirty="0">
                          <a:solidFill>
                            <a:schemeClr val="accent1"/>
                          </a:solidFill>
                          <a:effectLst/>
                          <a:latin typeface="Barlow Semi Condensed Medium" panose="00000606000000000000" pitchFamily="2" charset="0"/>
                          <a:ea typeface="Arial"/>
                          <a:cs typeface="Arial"/>
                          <a:sym typeface="Arial"/>
                        </a:rPr>
                        <a:t>I2C</a:t>
                      </a:r>
                      <a:endParaRPr lang="en-IN" sz="1600" b="0" i="0" u="sng" strike="noStrike" cap="none" dirty="0">
                        <a:solidFill>
                          <a:schemeClr val="accent1"/>
                        </a:solidFill>
                        <a:effectLst/>
                        <a:latin typeface="Barlow Semi Condensed Medium" panose="00000606000000000000" pitchFamily="2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b="1" i="0" u="sng" strike="noStrike" cap="none" dirty="0">
                          <a:solidFill>
                            <a:schemeClr val="accent1"/>
                          </a:solidFill>
                          <a:effectLst/>
                          <a:latin typeface="Barlow Semi Condensed Medium" panose="00000606000000000000" pitchFamily="2" charset="0"/>
                          <a:ea typeface="Arial"/>
                          <a:cs typeface="Arial"/>
                          <a:sym typeface="Arial"/>
                        </a:rPr>
                        <a:t>SPI</a:t>
                      </a:r>
                      <a:endParaRPr lang="en-IN" sz="1600" b="0" i="0" u="sng" strike="noStrike" cap="none" dirty="0">
                        <a:solidFill>
                          <a:schemeClr val="accent1"/>
                        </a:solidFill>
                        <a:effectLst/>
                        <a:latin typeface="Barlow Semi Condensed Medium" panose="00000606000000000000" pitchFamily="2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1" i="0" u="sng" strike="noStrike" cap="none" dirty="0">
                          <a:solidFill>
                            <a:schemeClr val="accent1"/>
                          </a:solidFill>
                          <a:effectLst/>
                          <a:latin typeface="Barlow Semi Condensed Medium" panose="00000606000000000000" pitchFamily="2" charset="0"/>
                          <a:ea typeface="Arial"/>
                          <a:cs typeface="Arial"/>
                          <a:sym typeface="Arial"/>
                        </a:rPr>
                        <a:t>UART</a:t>
                      </a:r>
                      <a:endParaRPr lang="en-IN" sz="1600" b="1" i="0" u="sng" strike="noStrike" cap="none" dirty="0">
                        <a:solidFill>
                          <a:schemeClr val="accent1"/>
                        </a:solidFill>
                        <a:effectLst/>
                        <a:latin typeface="Barlow Semi Condensed Medium" panose="00000606000000000000" pitchFamily="2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3826057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r>
                        <a:rPr lang="en-IN" sz="1600" b="1" i="0" u="none" strike="noStrike" cap="none" dirty="0">
                          <a:solidFill>
                            <a:schemeClr val="accent1"/>
                          </a:solidFill>
                          <a:effectLst/>
                          <a:latin typeface="Barlow Semi Condensed Medium" panose="00000606000000000000" pitchFamily="2" charset="0"/>
                          <a:ea typeface="Arial"/>
                          <a:cs typeface="Arial"/>
                          <a:sym typeface="Arial"/>
                        </a:rPr>
                        <a:t>Data Lines</a:t>
                      </a:r>
                      <a:endParaRPr lang="en-IN" sz="1600" b="1" dirty="0">
                        <a:solidFill>
                          <a:schemeClr val="accent1"/>
                        </a:solidFill>
                        <a:latin typeface="Barlow Semi Condensed Medium" panose="00000606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2 (SDA, SCL)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4+ (MOSI, MISO, SCK, CS)</a:t>
                      </a:r>
                      <a:endParaRPr lang="en-IN" dirty="0">
                        <a:latin typeface="Barlow Semi Condensed" panose="00000506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2 (TX, RX)</a:t>
                      </a:r>
                      <a:endParaRPr lang="en-IN" dirty="0">
                        <a:latin typeface="Barlow Semi Condensed" panose="00000506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8644559"/>
                  </a:ext>
                </a:extLst>
              </a:tr>
              <a:tr h="2964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b="1" i="0" u="none" strike="noStrike" cap="none" dirty="0">
                          <a:solidFill>
                            <a:schemeClr val="accent1"/>
                          </a:solidFill>
                          <a:effectLst/>
                          <a:latin typeface="Barlow Semi Condensed Medium" panose="00000606000000000000" pitchFamily="2" charset="0"/>
                          <a:ea typeface="Arial"/>
                          <a:cs typeface="Arial"/>
                          <a:sym typeface="Arial"/>
                        </a:rPr>
                        <a:t>Addressing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Yes (device address)</a:t>
                      </a:r>
                      <a:endParaRPr lang="en-IN" dirty="0">
                        <a:latin typeface="Barlow Semi Condensed" panose="00000506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No (chip select pin)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04789"/>
                  </a:ext>
                </a:extLst>
              </a:tr>
              <a:tr h="646738">
                <a:tc>
                  <a:txBody>
                    <a:bodyPr/>
                    <a:lstStyle/>
                    <a:p>
                      <a:r>
                        <a:rPr lang="en-IN" sz="1600" b="1" i="0" u="none" strike="noStrike" cap="none" dirty="0">
                          <a:solidFill>
                            <a:schemeClr val="accent1"/>
                          </a:solidFill>
                          <a:effectLst/>
                          <a:latin typeface="Barlow Semi Condensed Medium" panose="00000606000000000000" pitchFamily="2" charset="0"/>
                          <a:ea typeface="Arial"/>
                          <a:cs typeface="Arial"/>
                          <a:sym typeface="Arial"/>
                        </a:rPr>
                        <a:t>Speed</a:t>
                      </a:r>
                      <a:endParaRPr lang="en-IN" sz="1600" b="1" dirty="0">
                        <a:solidFill>
                          <a:schemeClr val="accent1"/>
                        </a:solidFill>
                        <a:latin typeface="Barlow Semi Condensed Medium" panose="00000606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Up to 1 MHz (standard)</a:t>
                      </a:r>
                      <a:endParaRPr lang="en-IN" dirty="0">
                        <a:latin typeface="Barlow Semi Condensed" panose="00000506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Up to 50+ MHz</a:t>
                      </a:r>
                      <a:endParaRPr lang="en-IN" dirty="0">
                        <a:latin typeface="Barlow Semi Condensed" panose="00000506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9600 to 1+ M baud (depends)</a:t>
                      </a:r>
                    </a:p>
                    <a:p>
                      <a:endParaRPr lang="en-IN" dirty="0">
                        <a:latin typeface="Barlow Semi Condensed" panose="00000506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020441"/>
                  </a:ext>
                </a:extLst>
              </a:tr>
              <a:tr h="646738">
                <a:tc>
                  <a:txBody>
                    <a:bodyPr/>
                    <a:lstStyle/>
                    <a:p>
                      <a:r>
                        <a:rPr lang="en-IN" sz="1600" b="1" i="0" u="none" strike="noStrike" cap="none" dirty="0">
                          <a:solidFill>
                            <a:schemeClr val="accent1"/>
                          </a:solidFill>
                          <a:effectLst/>
                          <a:latin typeface="Barlow Semi Condensed Medium" panose="00000606000000000000" pitchFamily="2" charset="0"/>
                          <a:ea typeface="Arial"/>
                          <a:cs typeface="Arial"/>
                          <a:sym typeface="Arial"/>
                        </a:rPr>
                        <a:t>Topology</a:t>
                      </a:r>
                      <a:endParaRPr lang="en-IN" sz="1600" b="1" dirty="0">
                        <a:solidFill>
                          <a:schemeClr val="accent1"/>
                        </a:solidFill>
                        <a:latin typeface="Barlow Semi Condensed Medium" panose="00000606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Multi-master, multi-slave</a:t>
                      </a:r>
                      <a:endParaRPr lang="en-IN" dirty="0">
                        <a:latin typeface="Barlow Semi Condensed" panose="00000506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One master, many slaves</a:t>
                      </a:r>
                      <a:endParaRPr lang="en-IN" dirty="0">
                        <a:latin typeface="Barlow Semi Condensed" panose="00000506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Point-to-point (one-to-one)</a:t>
                      </a:r>
                    </a:p>
                    <a:p>
                      <a:endParaRPr lang="en-IN" dirty="0">
                        <a:latin typeface="Barlow Semi Condensed" panose="00000506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327573"/>
                  </a:ext>
                </a:extLst>
              </a:tr>
              <a:tr h="835369">
                <a:tc>
                  <a:txBody>
                    <a:bodyPr/>
                    <a:lstStyle/>
                    <a:p>
                      <a:r>
                        <a:rPr lang="en-IN" sz="1600" b="1" i="0" u="none" strike="noStrike" cap="none" dirty="0">
                          <a:solidFill>
                            <a:schemeClr val="accent1"/>
                          </a:solidFill>
                          <a:effectLst/>
                          <a:latin typeface="Barlow Semi Condensed Medium" panose="00000606000000000000" pitchFamily="2" charset="0"/>
                          <a:ea typeface="Arial"/>
                          <a:cs typeface="Arial"/>
                          <a:sym typeface="Arial"/>
                        </a:rPr>
                        <a:t>Best For</a:t>
                      </a:r>
                      <a:endParaRPr lang="en-IN" sz="1600" b="1" dirty="0">
                        <a:solidFill>
                          <a:schemeClr val="accent1"/>
                        </a:solidFill>
                        <a:latin typeface="Barlow Semi Condensed Medium" panose="00000606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Sensors, EEPROM, RTC</a:t>
                      </a:r>
                      <a:endParaRPr lang="en-IN" dirty="0">
                        <a:latin typeface="Barlow Semi Condensed" panose="00000506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Radios, displays, SD cards</a:t>
                      </a:r>
                      <a:endParaRPr lang="en-IN" dirty="0">
                        <a:latin typeface="Barlow Semi Condensed" panose="00000506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Debug console, PC connection, GPS/Bluetooth modules</a:t>
                      </a:r>
                    </a:p>
                    <a:p>
                      <a:endParaRPr lang="en-IN" dirty="0">
                        <a:latin typeface="Barlow Semi Condensed" panose="00000506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9517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2947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>
          <a:extLst>
            <a:ext uri="{FF2B5EF4-FFF2-40B4-BE49-F238E27FC236}">
              <a16:creationId xmlns:a16="http://schemas.microsoft.com/office/drawing/2014/main" id="{D37C9FC8-A976-CACD-8B50-3D0C9224A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2" name="Google Shape;2342;p46">
            <a:extLst>
              <a:ext uri="{FF2B5EF4-FFF2-40B4-BE49-F238E27FC236}">
                <a16:creationId xmlns:a16="http://schemas.microsoft.com/office/drawing/2014/main" id="{EAFF7B60-6420-C1B1-23DC-B9A3A29C34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750" y="2317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2"/>
                </a:solidFill>
              </a:rPr>
              <a:t>Software Architecture</a:t>
            </a:r>
            <a:endParaRPr dirty="0"/>
          </a:p>
        </p:txBody>
      </p:sp>
      <p:sp>
        <p:nvSpPr>
          <p:cNvPr id="2615" name="Google Shape;2615;p46">
            <a:extLst>
              <a:ext uri="{FF2B5EF4-FFF2-40B4-BE49-F238E27FC236}">
                <a16:creationId xmlns:a16="http://schemas.microsoft.com/office/drawing/2014/main" id="{8C0B5A11-0B4B-C504-EA12-B07938CF3560}"/>
              </a:ext>
            </a:extLst>
          </p:cNvPr>
          <p:cNvSpPr txBox="1"/>
          <p:nvPr/>
        </p:nvSpPr>
        <p:spPr>
          <a:xfrm>
            <a:off x="4867202" y="1519374"/>
            <a:ext cx="3492800" cy="2476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fontAlgn="ctr"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UART Communication: </a:t>
            </a:r>
            <a:r>
              <a:rPr lang="en-IN" dirty="0">
                <a:latin typeface="Barlow Semi Condensed" panose="00000506000000000000" pitchFamily="2" charset="0"/>
              </a:rPr>
              <a:t>Acts as interface between user (PuTTY) and board.</a:t>
            </a:r>
            <a:endParaRPr lang="en-IN" b="1" dirty="0">
              <a:latin typeface="Barlow Semi Condensed" panose="00000506000000000000" pitchFamily="2" charset="0"/>
            </a:endParaRPr>
          </a:p>
          <a:p>
            <a:pPr marL="285750" indent="-285750" fontAlgn="ctr"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Command Handler: </a:t>
            </a:r>
            <a:r>
              <a:rPr lang="en-IN" dirty="0">
                <a:latin typeface="Barlow Semi Condensed" panose="00000506000000000000" pitchFamily="2" charset="0"/>
              </a:rPr>
              <a:t>Receives and interprets commands from UART.</a:t>
            </a:r>
          </a:p>
          <a:p>
            <a:pPr marL="285750" indent="-285750" fontAlgn="ctr"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Sensor Driver: </a:t>
            </a:r>
            <a:r>
              <a:rPr lang="en-IN" dirty="0">
                <a:latin typeface="Barlow Semi Condensed" panose="00000506000000000000" pitchFamily="2" charset="0"/>
              </a:rPr>
              <a:t>Interfaces with BME680 over I2C to collect data.</a:t>
            </a:r>
          </a:p>
          <a:p>
            <a:pPr marL="285750" indent="-285750" fontAlgn="ctr"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LoRa Driver: </a:t>
            </a:r>
            <a:r>
              <a:rPr lang="en-IN" dirty="0">
                <a:latin typeface="Barlow Semi Condensed" panose="00000506000000000000" pitchFamily="2" charset="0"/>
              </a:rPr>
              <a:t>Sends or receives messages over SPI using SX1262.</a:t>
            </a:r>
          </a:p>
          <a:p>
            <a:pPr marL="285750" indent="-285750" fontAlgn="ctr"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HAL Layer: </a:t>
            </a:r>
            <a:r>
              <a:rPr lang="en-IN" dirty="0">
                <a:latin typeface="Barlow Semi Condensed" panose="00000506000000000000" pitchFamily="2" charset="0"/>
              </a:rPr>
              <a:t>Uses STM32Cube HAL for low-level I2C, SPI, and UART communication.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2FFCE3-9875-5504-6DE3-66EB445D5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5475" y="1082562"/>
            <a:ext cx="2681325" cy="382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025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>
          <a:extLst>
            <a:ext uri="{FF2B5EF4-FFF2-40B4-BE49-F238E27FC236}">
              <a16:creationId xmlns:a16="http://schemas.microsoft.com/office/drawing/2014/main" id="{7AA5FCAE-B251-6D14-6FC6-CF1E50C53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640;p48">
            <a:extLst>
              <a:ext uri="{FF2B5EF4-FFF2-40B4-BE49-F238E27FC236}">
                <a16:creationId xmlns:a16="http://schemas.microsoft.com/office/drawing/2014/main" id="{65280869-9023-2236-C939-BF0F50FE3E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750" y="747396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2800" dirty="0">
                <a:solidFill>
                  <a:schemeClr val="bg2"/>
                </a:solidFill>
                <a:latin typeface="Fjalla One" panose="02000506040000020004" pitchFamily="2" charset="0"/>
              </a:rPr>
              <a:t>Software Implementation</a:t>
            </a:r>
            <a:endParaRPr sz="2800" dirty="0">
              <a:solidFill>
                <a:schemeClr val="bg2"/>
              </a:solidFill>
              <a:latin typeface="Fjalla One" panose="0200050604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CEBB0E-7406-8837-959D-02FF983CCE9F}"/>
              </a:ext>
            </a:extLst>
          </p:cNvPr>
          <p:cNvSpPr txBox="1"/>
          <p:nvPr/>
        </p:nvSpPr>
        <p:spPr>
          <a:xfrm>
            <a:off x="1058778" y="1320096"/>
            <a:ext cx="5402441" cy="17094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Step 1: I2C &amp; UART – Sensor Data to PC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Configured I2C communication for BME680 sensor using Bosch drivers.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Configured UART (serial) communication to PC.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Printed live sensor data (temperature, humidity, etc.) directly to PuTTY.</a:t>
            </a:r>
          </a:p>
          <a:p>
            <a:pPr>
              <a:lnSpc>
                <a:spcPct val="150000"/>
              </a:lnSpc>
            </a:pPr>
            <a:endParaRPr lang="en-IN" dirty="0">
              <a:latin typeface="Barlow Semi Condensed" panose="00000506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9643E-81AA-4F56-68E6-633439463940}"/>
              </a:ext>
            </a:extLst>
          </p:cNvPr>
          <p:cNvSpPr txBox="1"/>
          <p:nvPr/>
        </p:nvSpPr>
        <p:spPr>
          <a:xfrm>
            <a:off x="2751221" y="3029538"/>
            <a:ext cx="57270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Step 2: Command-Line Interface (CLI)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Implemented a CLI system for interactive control via PuTTY.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Created </a:t>
            </a:r>
            <a:r>
              <a:rPr lang="en-US" dirty="0" err="1">
                <a:latin typeface="Barlow Semi Condensed" panose="00000506000000000000" pitchFamily="2" charset="0"/>
              </a:rPr>
              <a:t>handle_command</a:t>
            </a:r>
            <a:r>
              <a:rPr lang="en-US" dirty="0">
                <a:latin typeface="Barlow Semi Condensed" panose="00000506000000000000" pitchFamily="2" charset="0"/>
              </a:rPr>
              <a:t>()</a:t>
            </a:r>
            <a:r>
              <a:rPr lang="en-IN" dirty="0">
                <a:latin typeface="Barlow Semi Condensed" panose="00000506000000000000" pitchFamily="2" charset="0"/>
              </a:rPr>
              <a:t> function to process user commands.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User can type commands like TEMP, HUM, PRESS, ALL to get sensor values on demand.</a:t>
            </a:r>
          </a:p>
        </p:txBody>
      </p:sp>
    </p:spTree>
    <p:extLst>
      <p:ext uri="{BB962C8B-B14F-4D97-AF65-F5344CB8AC3E}">
        <p14:creationId xmlns:p14="http://schemas.microsoft.com/office/powerpoint/2010/main" val="10639882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5">
          <a:extLst>
            <a:ext uri="{FF2B5EF4-FFF2-40B4-BE49-F238E27FC236}">
              <a16:creationId xmlns:a16="http://schemas.microsoft.com/office/drawing/2014/main" id="{AA7489D1-746A-44B1-FC7C-215C10C2A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640;p48">
            <a:extLst>
              <a:ext uri="{FF2B5EF4-FFF2-40B4-BE49-F238E27FC236}">
                <a16:creationId xmlns:a16="http://schemas.microsoft.com/office/drawing/2014/main" id="{521B18E5-F565-107E-6EE7-27F1C0CAE3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750" y="747396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2800" dirty="0">
                <a:solidFill>
                  <a:schemeClr val="bg2"/>
                </a:solidFill>
                <a:latin typeface="Fjalla One" panose="02000506040000020004" pitchFamily="2" charset="0"/>
              </a:rPr>
              <a:t>Software Implementation</a:t>
            </a:r>
            <a:endParaRPr sz="2800" dirty="0">
              <a:solidFill>
                <a:schemeClr val="bg2"/>
              </a:solidFill>
              <a:latin typeface="Fjalla One" panose="0200050604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2F7EF2-9EAB-F459-E7E4-58EE69DE1BFB}"/>
              </a:ext>
            </a:extLst>
          </p:cNvPr>
          <p:cNvSpPr txBox="1"/>
          <p:nvPr/>
        </p:nvSpPr>
        <p:spPr>
          <a:xfrm>
            <a:off x="1058778" y="1320096"/>
            <a:ext cx="7027886" cy="14311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Step 3: SPI &amp; LoRa Integration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Implemented SPI protocol for communication with the SX1262 LoRa module.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Developed required LoRa driver functions (send, reset, </a:t>
            </a:r>
            <a:r>
              <a:rPr lang="en-IN" dirty="0" err="1">
                <a:latin typeface="Barlow Semi Condensed" panose="00000506000000000000" pitchFamily="2" charset="0"/>
              </a:rPr>
              <a:t>init</a:t>
            </a:r>
            <a:r>
              <a:rPr lang="en-IN" dirty="0">
                <a:latin typeface="Barlow Semi Condensed" panose="00000506000000000000" pitchFamily="2" charset="0"/>
              </a:rPr>
              <a:t>, status, etc.).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Enabled sending sensor data or custom messages wirelessly using commands like </a:t>
            </a:r>
            <a:r>
              <a:rPr lang="en-US" dirty="0">
                <a:latin typeface="Barlow Semi Condensed" panose="00000506000000000000" pitchFamily="2" charset="0"/>
              </a:rPr>
              <a:t>LORA SEND</a:t>
            </a:r>
            <a:r>
              <a:rPr lang="en-IN" dirty="0">
                <a:latin typeface="Barlow Semi Condensed" panose="00000506000000000000" pitchFamily="2" charset="0"/>
              </a:rPr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E9567A-A92B-F155-08BE-C543B4E7F6C9}"/>
              </a:ext>
            </a:extLst>
          </p:cNvPr>
          <p:cNvSpPr txBox="1"/>
          <p:nvPr/>
        </p:nvSpPr>
        <p:spPr>
          <a:xfrm>
            <a:off x="2751221" y="3029538"/>
            <a:ext cx="5727031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Step 4: CLI Math Operations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Added basic mathematical command support in CLI.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User can now type commands like </a:t>
            </a:r>
            <a:r>
              <a:rPr lang="en-US" dirty="0">
                <a:latin typeface="Barlow Semi Condensed" panose="00000506000000000000" pitchFamily="2" charset="0"/>
              </a:rPr>
              <a:t>SUM 5 10</a:t>
            </a:r>
            <a:r>
              <a:rPr lang="en-IN" dirty="0">
                <a:latin typeface="Barlow Semi Condensed" panose="00000506000000000000" pitchFamily="2" charset="0"/>
              </a:rPr>
              <a:t>, </a:t>
            </a:r>
            <a:r>
              <a:rPr lang="en-US" dirty="0">
                <a:latin typeface="Barlow Semi Condensed" panose="00000506000000000000" pitchFamily="2" charset="0"/>
              </a:rPr>
              <a:t>SUB 9 3</a:t>
            </a:r>
            <a:r>
              <a:rPr lang="en-IN" dirty="0">
                <a:latin typeface="Barlow Semi Condensed" panose="00000506000000000000" pitchFamily="2" charset="0"/>
              </a:rPr>
              <a:t>, </a:t>
            </a:r>
            <a:r>
              <a:rPr lang="en-US" dirty="0">
                <a:latin typeface="Barlow Semi Condensed" panose="00000506000000000000" pitchFamily="2" charset="0"/>
              </a:rPr>
              <a:t>MUL 2 7</a:t>
            </a:r>
            <a:r>
              <a:rPr lang="en-IN" dirty="0">
                <a:latin typeface="Barlow Semi Condensed" panose="00000506000000000000" pitchFamily="2" charset="0"/>
              </a:rPr>
              <a:t>, or </a:t>
            </a:r>
            <a:r>
              <a:rPr lang="en-US" dirty="0">
                <a:latin typeface="Barlow Semi Condensed" panose="00000506000000000000" pitchFamily="2" charset="0"/>
              </a:rPr>
              <a:t>DIV 10 2</a:t>
            </a:r>
            <a:r>
              <a:rPr lang="en-IN" dirty="0">
                <a:latin typeface="Barlow Semi Condensed" panose="00000506000000000000" pitchFamily="2" charset="0"/>
              </a:rPr>
              <a:t>.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Board parses the numbers and prints the calculation result.</a:t>
            </a:r>
          </a:p>
        </p:txBody>
      </p:sp>
    </p:spTree>
    <p:extLst>
      <p:ext uri="{BB962C8B-B14F-4D97-AF65-F5344CB8AC3E}">
        <p14:creationId xmlns:p14="http://schemas.microsoft.com/office/powerpoint/2010/main" val="2072359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9">
          <a:extLst>
            <a:ext uri="{FF2B5EF4-FFF2-40B4-BE49-F238E27FC236}">
              <a16:creationId xmlns:a16="http://schemas.microsoft.com/office/drawing/2014/main" id="{197D888C-232A-F1F9-22DD-B566BD27E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2342;p46">
            <a:extLst>
              <a:ext uri="{FF2B5EF4-FFF2-40B4-BE49-F238E27FC236}">
                <a16:creationId xmlns:a16="http://schemas.microsoft.com/office/drawing/2014/main" id="{383A3FCC-7A8D-C29A-E3A5-CF850FEDE6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750" y="51725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dk2"/>
                </a:solidFill>
              </a:rPr>
              <a:t>Software – Flow Diagram</a:t>
            </a:r>
            <a:endParaRPr sz="2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FD64176-0F3B-B810-2D2A-F37BEC111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6121" y="712175"/>
            <a:ext cx="3458679" cy="428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272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8">
          <a:extLst>
            <a:ext uri="{FF2B5EF4-FFF2-40B4-BE49-F238E27FC236}">
              <a16:creationId xmlns:a16="http://schemas.microsoft.com/office/drawing/2014/main" id="{DEE4BE17-DB63-8233-DC9A-217B4C333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0" name="Google Shape;2640;p48">
            <a:extLst>
              <a:ext uri="{FF2B5EF4-FFF2-40B4-BE49-F238E27FC236}">
                <a16:creationId xmlns:a16="http://schemas.microsoft.com/office/drawing/2014/main" id="{78E5BC7D-0FBB-4203-A999-544D2D6E79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3750" y="338323"/>
            <a:ext cx="769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Problems &amp; Fixes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9B1FD8-7275-A807-D24D-0714C94B2E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845270"/>
              </p:ext>
            </p:extLst>
          </p:nvPr>
        </p:nvGraphicFramePr>
        <p:xfrm>
          <a:off x="1229276" y="1355908"/>
          <a:ext cx="6501560" cy="3175000"/>
        </p:xfrm>
        <a:graphic>
          <a:graphicData uri="http://schemas.openxmlformats.org/drawingml/2006/table">
            <a:tbl>
              <a:tblPr firstRow="1" bandRow="1">
                <a:tableStyleId>{72EBC280-E887-4BEA-9255-B94B4262F4E0}</a:tableStyleId>
              </a:tblPr>
              <a:tblGrid>
                <a:gridCol w="1778420">
                  <a:extLst>
                    <a:ext uri="{9D8B030D-6E8A-4147-A177-3AD203B41FA5}">
                      <a16:colId xmlns:a16="http://schemas.microsoft.com/office/drawing/2014/main" val="1763652569"/>
                    </a:ext>
                  </a:extLst>
                </a:gridCol>
                <a:gridCol w="2285580">
                  <a:extLst>
                    <a:ext uri="{9D8B030D-6E8A-4147-A177-3AD203B41FA5}">
                      <a16:colId xmlns:a16="http://schemas.microsoft.com/office/drawing/2014/main" val="1126429234"/>
                    </a:ext>
                  </a:extLst>
                </a:gridCol>
                <a:gridCol w="2437560">
                  <a:extLst>
                    <a:ext uri="{9D8B030D-6E8A-4147-A177-3AD203B41FA5}">
                      <a16:colId xmlns:a16="http://schemas.microsoft.com/office/drawing/2014/main" val="16944506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1"/>
                          </a:solidFill>
                          <a:latin typeface="Barlow Semi Condensed Medium" panose="00000606000000000000" pitchFamily="2" charset="0"/>
                        </a:rPr>
                        <a:t>Issue</a:t>
                      </a:r>
                      <a:endParaRPr lang="en-IN" sz="1600" b="1" dirty="0">
                        <a:solidFill>
                          <a:schemeClr val="accent1"/>
                        </a:solidFill>
                        <a:latin typeface="Barlow Semi Condensed Medium" panose="00000606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1"/>
                          </a:solidFill>
                          <a:latin typeface="Barlow Semi Condensed Medium" panose="00000606000000000000" pitchFamily="2" charset="0"/>
                        </a:rPr>
                        <a:t>Cause</a:t>
                      </a:r>
                      <a:endParaRPr lang="en-IN" sz="1600" b="1" dirty="0">
                        <a:solidFill>
                          <a:schemeClr val="accent1"/>
                        </a:solidFill>
                        <a:latin typeface="Barlow Semi Condensed Medium" panose="00000606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accent1"/>
                          </a:solidFill>
                          <a:latin typeface="Barlow Semi Condensed Medium" panose="00000606000000000000" pitchFamily="2" charset="0"/>
                        </a:rPr>
                        <a:t>Solution</a:t>
                      </a:r>
                      <a:endParaRPr lang="en-IN" sz="1600" b="1" dirty="0">
                        <a:solidFill>
                          <a:schemeClr val="accent1"/>
                        </a:solidFill>
                        <a:latin typeface="Barlow Semi Condensed Medium" panose="00000606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9168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UART-USB not working</a:t>
                      </a:r>
                      <a:endParaRPr lang="en-IN" dirty="0">
                        <a:latin typeface="Barlow Semi Condensed" panose="00000506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Unsupported UART driver in Windows</a:t>
                      </a:r>
                      <a:endParaRPr lang="en-IN" dirty="0">
                        <a:latin typeface="Barlow Semi Condensed" panose="00000506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u="none" strike="noStrike" cap="none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Installed legacy </a:t>
                      </a:r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driver</a:t>
                      </a:r>
                      <a:endParaRPr lang="en-IN" dirty="0">
                        <a:latin typeface="Barlow Semi Condensed" panose="00000506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4540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No CLI response</a:t>
                      </a:r>
                      <a:endParaRPr lang="en-IN" dirty="0">
                        <a:latin typeface="Barlow Semi Condensed" panose="00000506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No command handler implemented</a:t>
                      </a:r>
                      <a:endParaRPr lang="en-IN" dirty="0">
                        <a:latin typeface="Barlow Semi Condensed" panose="00000506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Added </a:t>
                      </a:r>
                      <a:r>
                        <a:rPr lang="en-IN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handle_command</a:t>
                      </a:r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() function</a:t>
                      </a:r>
                      <a:endParaRPr lang="en-IN" dirty="0">
                        <a:latin typeface="Barlow Semi Condensed" panose="00000506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2841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Unhandled UART flags</a:t>
                      </a:r>
                      <a:endParaRPr lang="en-IN" dirty="0">
                        <a:latin typeface="Barlow Semi Condensed" panose="00000506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Not clearing RXNE/overrun interrupt flags</a:t>
                      </a:r>
                      <a:endParaRPr lang="en-IN" dirty="0">
                        <a:latin typeface="Barlow Semi Condensed" panose="00000506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Clear flags after data read (HAL macros)</a:t>
                      </a:r>
                    </a:p>
                    <a:p>
                      <a:pPr algn="ctr"/>
                      <a:endParaRPr lang="en-IN" dirty="0">
                        <a:latin typeface="Barlow Semi Condensed" panose="00000506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354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UART DMA/IRQ conflict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DMA &amp; IRQ enabled at the same time</a:t>
                      </a:r>
                      <a:endParaRPr lang="en-IN" dirty="0">
                        <a:latin typeface="Barlow Semi Condensed" panose="00000506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Use either DMA or IRQ for UART, not both</a:t>
                      </a:r>
                      <a:endParaRPr lang="en-IN" dirty="0">
                        <a:latin typeface="Barlow Semi Condensed" panose="00000506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659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LoRa not sending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Missing BUSY, RESET, GND connections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Barlow Semi Condensed" panose="00000506000000000000" pitchFamily="2" charset="0"/>
                          <a:ea typeface="Arial"/>
                          <a:cs typeface="Arial"/>
                          <a:sym typeface="Arial"/>
                        </a:rPr>
                        <a:t>Connected all required LoRa pins</a:t>
                      </a:r>
                      <a:endParaRPr lang="en-IN" dirty="0">
                        <a:latin typeface="Barlow Semi Condensed" panose="00000506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004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4175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2">
          <a:extLst>
            <a:ext uri="{FF2B5EF4-FFF2-40B4-BE49-F238E27FC236}">
              <a16:creationId xmlns:a16="http://schemas.microsoft.com/office/drawing/2014/main" id="{12F87592-406F-92FC-3D2A-6F7466E1C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5" name="Google Shape;3515;p62">
            <a:extLst>
              <a:ext uri="{FF2B5EF4-FFF2-40B4-BE49-F238E27FC236}">
                <a16:creationId xmlns:a16="http://schemas.microsoft.com/office/drawing/2014/main" id="{3188832B-271D-ED9E-EAC1-9B15BA3702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PuTTY Demo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BF5C42-C952-CDC2-E763-5BEAB3F9C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63" y="932772"/>
            <a:ext cx="4334006" cy="3058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9FF3EC-F43C-9EC7-279A-84576B7735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715" y="932772"/>
            <a:ext cx="2253971" cy="399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690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2">
          <a:extLst>
            <a:ext uri="{FF2B5EF4-FFF2-40B4-BE49-F238E27FC236}">
              <a16:creationId xmlns:a16="http://schemas.microsoft.com/office/drawing/2014/main" id="{9FC83985-3DC0-2EA9-C2F7-B0047A54C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5" name="Google Shape;3515;p62">
            <a:extLst>
              <a:ext uri="{FF2B5EF4-FFF2-40B4-BE49-F238E27FC236}">
                <a16:creationId xmlns:a16="http://schemas.microsoft.com/office/drawing/2014/main" id="{7D48D737-1FD9-A3FD-6B26-4B5F9617ED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00600" y="347472"/>
            <a:ext cx="4947000" cy="58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PuTTY Demo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525152-36FA-BE6B-919B-011CF09EE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474" y="1113099"/>
            <a:ext cx="2382252" cy="32314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A317AA-8233-0ADC-A324-154AE10C7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3176" y="1113098"/>
            <a:ext cx="2247273" cy="32314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01531B-EFED-FE5D-61EF-6D7BB7799C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1900" y="1113099"/>
            <a:ext cx="1710500" cy="3231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366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B5A8D-10DA-FCB0-01C2-F6D3E27C5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8E059-649A-8B02-7D9B-AABAC174E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8250" y="209632"/>
            <a:ext cx="4087500" cy="576000"/>
          </a:xfrm>
        </p:spPr>
        <p:txBody>
          <a:bodyPr/>
          <a:lstStyle/>
          <a:p>
            <a:r>
              <a:rPr lang="en-US" dirty="0"/>
              <a:t>Requirements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9458FD-CB44-1F10-45BA-732FB5A07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804" y="914328"/>
            <a:ext cx="5632392" cy="401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400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02EAD-FFFB-C0AA-DC09-8B6118B7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8AFC0-2CC4-90D8-4FC8-10C8BCA3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8250" y="209632"/>
            <a:ext cx="4087500" cy="576000"/>
          </a:xfrm>
        </p:spPr>
        <p:txBody>
          <a:bodyPr/>
          <a:lstStyle/>
          <a:p>
            <a:r>
              <a:rPr lang="en-US" dirty="0"/>
              <a:t>Implementation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ECC0C5-7C86-1E4C-5AC6-4445ED297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210" y="916228"/>
            <a:ext cx="5841579" cy="401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100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94F8E-20B3-1DA8-89E3-A2FD59527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213D7-7531-8AE1-9F84-21AA5F190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8250" y="209632"/>
            <a:ext cx="4087500" cy="576000"/>
          </a:xfrm>
        </p:spPr>
        <p:txBody>
          <a:bodyPr/>
          <a:lstStyle/>
          <a:p>
            <a:r>
              <a:rPr lang="en-US" dirty="0"/>
              <a:t>Traceability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145998-3BCD-78B8-76CB-A2CFE28F7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2" t="1743"/>
          <a:stretch>
            <a:fillRect/>
          </a:stretch>
        </p:blipFill>
        <p:spPr>
          <a:xfrm>
            <a:off x="1539176" y="1292251"/>
            <a:ext cx="6065648" cy="305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692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>
          <a:extLst>
            <a:ext uri="{FF2B5EF4-FFF2-40B4-BE49-F238E27FC236}">
              <a16:creationId xmlns:a16="http://schemas.microsoft.com/office/drawing/2014/main" id="{79198C35-493A-EC6B-0832-2350330B1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p42">
            <a:extLst>
              <a:ext uri="{FF2B5EF4-FFF2-40B4-BE49-F238E27FC236}">
                <a16:creationId xmlns:a16="http://schemas.microsoft.com/office/drawing/2014/main" id="{E0AA6368-2D01-B886-3729-5E2871846F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23475" y="338328"/>
            <a:ext cx="5496900" cy="9935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 </a:t>
            </a:r>
            <a:r>
              <a:rPr lang="en-IN" dirty="0">
                <a:solidFill>
                  <a:schemeClr val="bg2"/>
                </a:solidFill>
              </a:rPr>
              <a:t>Future Work – Towards a Smart Agriculture Node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D546DD-237E-3F9D-44BC-2975E44EAA30}"/>
              </a:ext>
            </a:extLst>
          </p:cNvPr>
          <p:cNvSpPr txBox="1"/>
          <p:nvPr/>
        </p:nvSpPr>
        <p:spPr>
          <a:xfrm>
            <a:off x="1134904" y="1596189"/>
            <a:ext cx="6874042" cy="3325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Battery &amp; Low Power: </a:t>
            </a:r>
            <a:r>
              <a:rPr lang="en-IN" dirty="0">
                <a:latin typeface="Barlow Semi Condensed" panose="00000506000000000000" pitchFamily="2" charset="0"/>
              </a:rPr>
              <a:t>Add battery and optimize for long field operation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Weatherproofing:</a:t>
            </a:r>
            <a:r>
              <a:rPr lang="en-IN" sz="1600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 </a:t>
            </a:r>
            <a:r>
              <a:rPr lang="en-IN" dirty="0">
                <a:latin typeface="Barlow Semi Condensed" panose="00000506000000000000" pitchFamily="2" charset="0"/>
              </a:rPr>
              <a:t>Enclose all hardware in a waterproof outdoor case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LoRa Network</a:t>
            </a:r>
            <a:r>
              <a:rPr lang="en-IN" sz="1600" b="1" dirty="0">
                <a:solidFill>
                  <a:schemeClr val="accent1"/>
                </a:solidFill>
                <a:latin typeface="Barlow Semi Condensed" panose="00000506000000000000" pitchFamily="2" charset="0"/>
              </a:rPr>
              <a:t>:</a:t>
            </a:r>
            <a:r>
              <a:rPr lang="en-IN" sz="1600" dirty="0">
                <a:solidFill>
                  <a:schemeClr val="accent1"/>
                </a:solidFill>
                <a:latin typeface="Barlow Semi Condensed" panose="00000506000000000000" pitchFamily="2" charset="0"/>
              </a:rPr>
              <a:t> </a:t>
            </a:r>
            <a:r>
              <a:rPr lang="en-IN" dirty="0">
                <a:latin typeface="Barlow Semi Condensed" panose="00000506000000000000" pitchFamily="2" charset="0"/>
              </a:rPr>
              <a:t>Connect to </a:t>
            </a:r>
            <a:r>
              <a:rPr lang="en-IN" dirty="0" err="1">
                <a:latin typeface="Barlow Semi Condensed" panose="00000506000000000000" pitchFamily="2" charset="0"/>
              </a:rPr>
              <a:t>LoRaWAN</a:t>
            </a:r>
            <a:r>
              <a:rPr lang="en-IN" dirty="0">
                <a:latin typeface="Barlow Semi Condensed" panose="00000506000000000000" pitchFamily="2" charset="0"/>
              </a:rPr>
              <a:t> gateway for long-range, multi-node support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Cloud Dashboard:</a:t>
            </a:r>
            <a:r>
              <a:rPr lang="en-IN" sz="1600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 </a:t>
            </a:r>
            <a:r>
              <a:rPr lang="en-IN" dirty="0">
                <a:latin typeface="Barlow Semi Condensed" panose="00000506000000000000" pitchFamily="2" charset="0"/>
              </a:rPr>
              <a:t>Send data to a cloud server or dashboard for remote monitoring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Extra Sensors:</a:t>
            </a:r>
            <a:r>
              <a:rPr lang="en-IN" sz="1600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 </a:t>
            </a:r>
            <a:r>
              <a:rPr lang="en-IN" dirty="0">
                <a:latin typeface="Barlow Semi Condensed" panose="00000506000000000000" pitchFamily="2" charset="0"/>
              </a:rPr>
              <a:t>Integrate soil moisture, temperature, or rain sensors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Reliable Data:</a:t>
            </a:r>
            <a:r>
              <a:rPr lang="en-IN" sz="1600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 </a:t>
            </a:r>
            <a:r>
              <a:rPr lang="en-IN" dirty="0">
                <a:latin typeface="Barlow Semi Condensed" panose="00000506000000000000" pitchFamily="2" charset="0"/>
              </a:rPr>
              <a:t>Improve sensor calibration and add data validation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User Setup:</a:t>
            </a:r>
            <a:r>
              <a:rPr lang="en-IN" sz="1600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 </a:t>
            </a:r>
            <a:r>
              <a:rPr lang="en-IN" dirty="0">
                <a:latin typeface="Barlow Semi Condensed" panose="00000506000000000000" pitchFamily="2" charset="0"/>
              </a:rPr>
              <a:t>Make configuration easy (via CLI or wireless update)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Security &amp; Updates:</a:t>
            </a:r>
            <a:r>
              <a:rPr lang="en-IN" sz="1600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 </a:t>
            </a:r>
            <a:r>
              <a:rPr lang="en-IN" dirty="0">
                <a:latin typeface="Barlow Semi Condensed" panose="00000506000000000000" pitchFamily="2" charset="0"/>
              </a:rPr>
              <a:t>Plan for secure, reliable, and updatable firmware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IN" dirty="0">
              <a:latin typeface="Barlow Semi Condensed" panose="000005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657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0">
          <a:extLst>
            <a:ext uri="{FF2B5EF4-FFF2-40B4-BE49-F238E27FC236}">
              <a16:creationId xmlns:a16="http://schemas.microsoft.com/office/drawing/2014/main" id="{931073D7-4BB3-0221-E629-99841F31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p42">
            <a:extLst>
              <a:ext uri="{FF2B5EF4-FFF2-40B4-BE49-F238E27FC236}">
                <a16:creationId xmlns:a16="http://schemas.microsoft.com/office/drawing/2014/main" id="{C81B76FF-95E7-31F4-3BAC-3D9247BE47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05107" y="337048"/>
            <a:ext cx="6333786" cy="6362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>
                <a:solidFill>
                  <a:schemeClr val="bg2"/>
                </a:solidFill>
              </a:rPr>
              <a:t>Future Work – Smart Home Air Quality Node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F3E081-8EE8-1E3D-F233-09997E00B79E}"/>
              </a:ext>
            </a:extLst>
          </p:cNvPr>
          <p:cNvSpPr txBox="1"/>
          <p:nvPr/>
        </p:nvSpPr>
        <p:spPr>
          <a:xfrm>
            <a:off x="1065302" y="1195137"/>
            <a:ext cx="687404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ctr"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Indoor Air Quality Monitoring:</a:t>
            </a:r>
            <a:r>
              <a:rPr lang="en-IN" sz="1600" b="1" dirty="0">
                <a:solidFill>
                  <a:schemeClr val="bg2"/>
                </a:solidFill>
                <a:latin typeface="Barlow Semi Condensed" panose="00000506000000000000" pitchFamily="2" charset="0"/>
              </a:rPr>
              <a:t> </a:t>
            </a:r>
            <a:r>
              <a:rPr lang="en-IN" dirty="0">
                <a:solidFill>
                  <a:schemeClr val="bg2"/>
                </a:solidFill>
                <a:latin typeface="Barlow Semi Condensed" panose="00000506000000000000" pitchFamily="2" charset="0"/>
              </a:rPr>
              <a:t>Use the existing prototype to monitor air quality inside homes, offices, or schools.</a:t>
            </a:r>
          </a:p>
          <a:p>
            <a:pPr marL="285750" indent="-285750" fontAlgn="ctr"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Real-Time Alerts:</a:t>
            </a:r>
            <a:r>
              <a:rPr lang="en-IN" sz="1600" b="1" dirty="0">
                <a:solidFill>
                  <a:schemeClr val="bg2"/>
                </a:solidFill>
                <a:latin typeface="Barlow Semi Condensed" panose="00000506000000000000" pitchFamily="2" charset="0"/>
              </a:rPr>
              <a:t> </a:t>
            </a:r>
            <a:r>
              <a:rPr lang="en-IN" dirty="0">
                <a:solidFill>
                  <a:schemeClr val="bg2"/>
                </a:solidFill>
                <a:latin typeface="Barlow Semi Condensed" panose="00000506000000000000" pitchFamily="2" charset="0"/>
              </a:rPr>
              <a:t>Send notifications if temperature, humidity, or gas levels exceed safe thresholds.</a:t>
            </a:r>
          </a:p>
          <a:p>
            <a:pPr marL="285750" indent="-285750" fontAlgn="ctr"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Home Automation Integration:</a:t>
            </a:r>
            <a:r>
              <a:rPr lang="en-IN" sz="1600" b="1" dirty="0">
                <a:solidFill>
                  <a:schemeClr val="bg2"/>
                </a:solidFill>
                <a:latin typeface="Barlow Semi Condensed" panose="00000506000000000000" pitchFamily="2" charset="0"/>
              </a:rPr>
              <a:t> </a:t>
            </a:r>
            <a:r>
              <a:rPr lang="en-IN" dirty="0">
                <a:solidFill>
                  <a:schemeClr val="bg2"/>
                </a:solidFill>
                <a:latin typeface="Barlow Semi Condensed" panose="00000506000000000000" pitchFamily="2" charset="0"/>
              </a:rPr>
              <a:t>Connect the node to smart home systems (e.g., trigger fans, purifiers, or alarms).</a:t>
            </a:r>
          </a:p>
          <a:p>
            <a:pPr marL="285750" indent="-285750" fontAlgn="ctr">
              <a:buFont typeface="Courier New" panose="02070309020205020404" pitchFamily="49" charset="0"/>
              <a:buChar char="o"/>
            </a:pPr>
            <a:r>
              <a:rPr lang="en-IN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Multi-Room Setup:</a:t>
            </a:r>
            <a:r>
              <a:rPr lang="en-IN" b="1" dirty="0">
                <a:solidFill>
                  <a:schemeClr val="bg2"/>
                </a:solidFill>
                <a:latin typeface="Barlow Semi Condensed" panose="00000506000000000000" pitchFamily="2" charset="0"/>
              </a:rPr>
              <a:t> </a:t>
            </a:r>
            <a:r>
              <a:rPr lang="en-IN" dirty="0">
                <a:solidFill>
                  <a:schemeClr val="bg2"/>
                </a:solidFill>
                <a:latin typeface="Barlow Semi Condensed" panose="00000506000000000000" pitchFamily="2" charset="0"/>
              </a:rPr>
              <a:t>Deploy several nodes in different rooms, all sending data wirelessly to a central hub.</a:t>
            </a:r>
          </a:p>
          <a:p>
            <a:pPr marL="285750" indent="-285750" fontAlgn="ctr"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Mobile App Dashboard:</a:t>
            </a:r>
            <a:r>
              <a:rPr lang="en-IN" sz="1600" b="1" dirty="0">
                <a:solidFill>
                  <a:schemeClr val="bg2"/>
                </a:solidFill>
                <a:latin typeface="Barlow Semi Condensed" panose="00000506000000000000" pitchFamily="2" charset="0"/>
              </a:rPr>
              <a:t> </a:t>
            </a:r>
            <a:r>
              <a:rPr lang="en-IN" dirty="0">
                <a:solidFill>
                  <a:schemeClr val="bg2"/>
                </a:solidFill>
                <a:latin typeface="Barlow Semi Condensed" panose="00000506000000000000" pitchFamily="2" charset="0"/>
              </a:rPr>
              <a:t>Display live data and historical trends in a user-friendly mobile or web app.</a:t>
            </a:r>
          </a:p>
          <a:p>
            <a:pPr marL="285750" indent="-285750" fontAlgn="ctr"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Easy Installation:</a:t>
            </a:r>
            <a:r>
              <a:rPr lang="en-IN" sz="1600" b="1" dirty="0">
                <a:solidFill>
                  <a:schemeClr val="bg2"/>
                </a:solidFill>
                <a:latin typeface="Barlow Semi Condensed" panose="00000506000000000000" pitchFamily="2" charset="0"/>
              </a:rPr>
              <a:t> </a:t>
            </a:r>
            <a:r>
              <a:rPr lang="en-IN" dirty="0">
                <a:solidFill>
                  <a:schemeClr val="bg2"/>
                </a:solidFill>
                <a:latin typeface="Barlow Semi Condensed" panose="00000506000000000000" pitchFamily="2" charset="0"/>
              </a:rPr>
              <a:t>Compact size and wireless operation allow flexible placement anywhere in the home.</a:t>
            </a:r>
          </a:p>
          <a:p>
            <a:pPr marL="285750" indent="-285750" fontAlgn="ctr">
              <a:buFont typeface="Courier New" panose="02070309020205020404" pitchFamily="49" charset="0"/>
              <a:buChar char="o"/>
            </a:pPr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Battery Operation:</a:t>
            </a:r>
            <a:r>
              <a:rPr lang="en-IN" sz="1600" b="1" dirty="0">
                <a:solidFill>
                  <a:schemeClr val="bg2"/>
                </a:solidFill>
                <a:latin typeface="Barlow Semi Condensed" panose="00000506000000000000" pitchFamily="2" charset="0"/>
              </a:rPr>
              <a:t> </a:t>
            </a:r>
            <a:r>
              <a:rPr lang="en-IN" dirty="0">
                <a:solidFill>
                  <a:schemeClr val="bg2"/>
                </a:solidFill>
                <a:latin typeface="Barlow Semi Condensed" panose="00000506000000000000" pitchFamily="2" charset="0"/>
              </a:rPr>
              <a:t>Optimize for long battery life, making the device maintenance-free for months.</a:t>
            </a:r>
          </a:p>
        </p:txBody>
      </p:sp>
    </p:spTree>
    <p:extLst>
      <p:ext uri="{BB962C8B-B14F-4D97-AF65-F5344CB8AC3E}">
        <p14:creationId xmlns:p14="http://schemas.microsoft.com/office/powerpoint/2010/main" val="29448860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3">
          <a:extLst>
            <a:ext uri="{FF2B5EF4-FFF2-40B4-BE49-F238E27FC236}">
              <a16:creationId xmlns:a16="http://schemas.microsoft.com/office/drawing/2014/main" id="{92FE38FC-6D55-A168-4321-27A32A42B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4" name="Google Shape;2224;p41">
            <a:extLst>
              <a:ext uri="{FF2B5EF4-FFF2-40B4-BE49-F238E27FC236}">
                <a16:creationId xmlns:a16="http://schemas.microsoft.com/office/drawing/2014/main" id="{EC0448BB-B431-6D6D-FE0D-1F7D3781C1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68775" y="442350"/>
            <a:ext cx="6006300" cy="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>
                <a:solidFill>
                  <a:schemeClr val="bg2"/>
                </a:solidFill>
              </a:rPr>
              <a:t>Experience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23CFFA-D275-7DE6-4CF8-93E0547BC642}"/>
              </a:ext>
            </a:extLst>
          </p:cNvPr>
          <p:cNvSpPr txBox="1"/>
          <p:nvPr/>
        </p:nvSpPr>
        <p:spPr>
          <a:xfrm>
            <a:off x="866274" y="1499937"/>
            <a:ext cx="3120190" cy="260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Technical Lessons Learned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Embedded Communication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Sensor Integration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Debugging Hardware &amp; Software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Command Line Interface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LoRa Wireless Communication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Code Organization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Problem-Solving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BCFFD2-591A-A6C3-4326-CB22419A9AA3}"/>
              </a:ext>
            </a:extLst>
          </p:cNvPr>
          <p:cNvSpPr txBox="1"/>
          <p:nvPr/>
        </p:nvSpPr>
        <p:spPr>
          <a:xfrm>
            <a:off x="4571925" y="1499937"/>
            <a:ext cx="3120190" cy="1954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1"/>
                </a:solidFill>
                <a:latin typeface="Barlow Semi Condensed Medium" panose="00000606000000000000" pitchFamily="2" charset="0"/>
              </a:rPr>
              <a:t>Teamwork Experience</a:t>
            </a:r>
          </a:p>
          <a:p>
            <a:pPr marL="342900" indent="-34290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Collaboration</a:t>
            </a:r>
          </a:p>
          <a:p>
            <a:pPr marL="342900" indent="-34290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Shared Learning</a:t>
            </a:r>
          </a:p>
          <a:p>
            <a:pPr marL="342900" indent="-34290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Communication</a:t>
            </a:r>
          </a:p>
          <a:p>
            <a:pPr marL="342900" indent="-34290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Adaptability</a:t>
            </a:r>
          </a:p>
          <a:p>
            <a:pPr marL="342900" indent="-34290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Time Management</a:t>
            </a:r>
            <a:endParaRPr lang="en-IN" sz="1600" dirty="0">
              <a:solidFill>
                <a:schemeClr val="accent1"/>
              </a:solidFill>
              <a:latin typeface="Barlow Semi Condensed" panose="000005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332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5">
          <a:extLst>
            <a:ext uri="{FF2B5EF4-FFF2-40B4-BE49-F238E27FC236}">
              <a16:creationId xmlns:a16="http://schemas.microsoft.com/office/drawing/2014/main" id="{3BBBD1F6-25E4-0591-5ADC-8AECD2D9E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6" name="Google Shape;1896;p37">
            <a:extLst>
              <a:ext uri="{FF2B5EF4-FFF2-40B4-BE49-F238E27FC236}">
                <a16:creationId xmlns:a16="http://schemas.microsoft.com/office/drawing/2014/main" id="{51E53630-14D6-0087-7220-FFFD73D8608A}"/>
              </a:ext>
            </a:extLst>
          </p:cNvPr>
          <p:cNvGrpSpPr/>
          <p:nvPr/>
        </p:nvGrpSpPr>
        <p:grpSpPr>
          <a:xfrm>
            <a:off x="6424863" y="3080084"/>
            <a:ext cx="2719137" cy="2063416"/>
            <a:chOff x="862950" y="825025"/>
            <a:chExt cx="5862650" cy="4111175"/>
          </a:xfrm>
        </p:grpSpPr>
        <p:sp>
          <p:nvSpPr>
            <p:cNvPr id="1897" name="Google Shape;1897;p37">
              <a:extLst>
                <a:ext uri="{FF2B5EF4-FFF2-40B4-BE49-F238E27FC236}">
                  <a16:creationId xmlns:a16="http://schemas.microsoft.com/office/drawing/2014/main" id="{70CF4FA9-4389-64A4-0DF7-5067E427641E}"/>
                </a:ext>
              </a:extLst>
            </p:cNvPr>
            <p:cNvSpPr/>
            <p:nvPr/>
          </p:nvSpPr>
          <p:spPr>
            <a:xfrm>
              <a:off x="918425" y="825150"/>
              <a:ext cx="5767425" cy="4096250"/>
            </a:xfrm>
            <a:custGeom>
              <a:avLst/>
              <a:gdLst/>
              <a:ahLst/>
              <a:cxnLst/>
              <a:rect l="l" t="t" r="r" b="b"/>
              <a:pathLst>
                <a:path w="230697" h="163850" extrusionOk="0">
                  <a:moveTo>
                    <a:pt x="157748" y="1"/>
                  </a:moveTo>
                  <a:cubicBezTo>
                    <a:pt x="156487" y="1"/>
                    <a:pt x="155194" y="95"/>
                    <a:pt x="153872" y="291"/>
                  </a:cubicBezTo>
                  <a:cubicBezTo>
                    <a:pt x="131689" y="3582"/>
                    <a:pt x="136421" y="27649"/>
                    <a:pt x="125589" y="31421"/>
                  </a:cubicBezTo>
                  <a:cubicBezTo>
                    <a:pt x="124301" y="31860"/>
                    <a:pt x="122988" y="32046"/>
                    <a:pt x="121638" y="32046"/>
                  </a:cubicBezTo>
                  <a:cubicBezTo>
                    <a:pt x="117991" y="32046"/>
                    <a:pt x="114070" y="30689"/>
                    <a:pt x="109618" y="29313"/>
                  </a:cubicBezTo>
                  <a:cubicBezTo>
                    <a:pt x="105161" y="27947"/>
                    <a:pt x="100166" y="26580"/>
                    <a:pt x="94401" y="26580"/>
                  </a:cubicBezTo>
                  <a:cubicBezTo>
                    <a:pt x="90029" y="26580"/>
                    <a:pt x="85215" y="27366"/>
                    <a:pt x="79856" y="29535"/>
                  </a:cubicBezTo>
                  <a:cubicBezTo>
                    <a:pt x="57711" y="38482"/>
                    <a:pt x="59116" y="97413"/>
                    <a:pt x="48727" y="108726"/>
                  </a:cubicBezTo>
                  <a:cubicBezTo>
                    <a:pt x="46581" y="111073"/>
                    <a:pt x="44248" y="111937"/>
                    <a:pt x="41789" y="111937"/>
                  </a:cubicBezTo>
                  <a:cubicBezTo>
                    <a:pt x="38362" y="111937"/>
                    <a:pt x="34691" y="110258"/>
                    <a:pt x="30944" y="108578"/>
                  </a:cubicBezTo>
                  <a:cubicBezTo>
                    <a:pt x="27216" y="106926"/>
                    <a:pt x="23402" y="105261"/>
                    <a:pt x="19663" y="105261"/>
                  </a:cubicBezTo>
                  <a:cubicBezTo>
                    <a:pt x="16878" y="105261"/>
                    <a:pt x="14134" y="106185"/>
                    <a:pt x="11498" y="108726"/>
                  </a:cubicBezTo>
                  <a:cubicBezTo>
                    <a:pt x="0" y="119781"/>
                    <a:pt x="555" y="159117"/>
                    <a:pt x="665" y="163850"/>
                  </a:cubicBezTo>
                  <a:lnTo>
                    <a:pt x="230696" y="163850"/>
                  </a:lnTo>
                  <a:lnTo>
                    <a:pt x="230696" y="157269"/>
                  </a:lnTo>
                  <a:cubicBezTo>
                    <a:pt x="230696" y="152093"/>
                    <a:pt x="226445" y="147361"/>
                    <a:pt x="222193" y="142665"/>
                  </a:cubicBezTo>
                  <a:cubicBezTo>
                    <a:pt x="217979" y="137933"/>
                    <a:pt x="225521" y="112941"/>
                    <a:pt x="225964" y="92200"/>
                  </a:cubicBezTo>
                  <a:cubicBezTo>
                    <a:pt x="226328" y="76521"/>
                    <a:pt x="220754" y="69209"/>
                    <a:pt x="214147" y="69209"/>
                  </a:cubicBezTo>
                  <a:cubicBezTo>
                    <a:pt x="212014" y="69209"/>
                    <a:pt x="209773" y="69971"/>
                    <a:pt x="207590" y="71460"/>
                  </a:cubicBezTo>
                  <a:cubicBezTo>
                    <a:pt x="206669" y="72091"/>
                    <a:pt x="205798" y="72383"/>
                    <a:pt x="204974" y="72383"/>
                  </a:cubicBezTo>
                  <a:cubicBezTo>
                    <a:pt x="197788" y="72383"/>
                    <a:pt x="194148" y="50178"/>
                    <a:pt x="192025" y="37077"/>
                  </a:cubicBezTo>
                  <a:cubicBezTo>
                    <a:pt x="189835" y="23311"/>
                    <a:pt x="177610" y="1"/>
                    <a:pt x="15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8" name="Google Shape;1898;p37">
              <a:extLst>
                <a:ext uri="{FF2B5EF4-FFF2-40B4-BE49-F238E27FC236}">
                  <a16:creationId xmlns:a16="http://schemas.microsoft.com/office/drawing/2014/main" id="{FD544E99-0C5E-8B20-E4C7-2A090B9560CB}"/>
                </a:ext>
              </a:extLst>
            </p:cNvPr>
            <p:cNvSpPr/>
            <p:nvPr/>
          </p:nvSpPr>
          <p:spPr>
            <a:xfrm>
              <a:off x="934125" y="825025"/>
              <a:ext cx="5751725" cy="4096375"/>
            </a:xfrm>
            <a:custGeom>
              <a:avLst/>
              <a:gdLst/>
              <a:ahLst/>
              <a:cxnLst/>
              <a:rect l="l" t="t" r="r" b="b"/>
              <a:pathLst>
                <a:path w="230069" h="163855" extrusionOk="0">
                  <a:moveTo>
                    <a:pt x="157126" y="0"/>
                  </a:moveTo>
                  <a:cubicBezTo>
                    <a:pt x="155832" y="0"/>
                    <a:pt x="154538" y="111"/>
                    <a:pt x="153244" y="296"/>
                  </a:cubicBezTo>
                  <a:cubicBezTo>
                    <a:pt x="131061" y="3587"/>
                    <a:pt x="135793" y="27654"/>
                    <a:pt x="124961" y="31426"/>
                  </a:cubicBezTo>
                  <a:cubicBezTo>
                    <a:pt x="123667" y="31869"/>
                    <a:pt x="122336" y="32054"/>
                    <a:pt x="121005" y="32054"/>
                  </a:cubicBezTo>
                  <a:cubicBezTo>
                    <a:pt x="117345" y="32054"/>
                    <a:pt x="113426" y="30686"/>
                    <a:pt x="108990" y="29318"/>
                  </a:cubicBezTo>
                  <a:cubicBezTo>
                    <a:pt x="108287" y="29096"/>
                    <a:pt x="107585" y="28875"/>
                    <a:pt x="106882" y="28690"/>
                  </a:cubicBezTo>
                  <a:lnTo>
                    <a:pt x="106882" y="34161"/>
                  </a:lnTo>
                  <a:lnTo>
                    <a:pt x="139380" y="34161"/>
                  </a:lnTo>
                  <a:cubicBezTo>
                    <a:pt x="139454" y="34161"/>
                    <a:pt x="139528" y="34198"/>
                    <a:pt x="139601" y="34272"/>
                  </a:cubicBezTo>
                  <a:cubicBezTo>
                    <a:pt x="139638" y="34346"/>
                    <a:pt x="139675" y="34420"/>
                    <a:pt x="139675" y="34494"/>
                  </a:cubicBezTo>
                  <a:lnTo>
                    <a:pt x="139675" y="75236"/>
                  </a:lnTo>
                  <a:cubicBezTo>
                    <a:pt x="140230" y="75236"/>
                    <a:pt x="140785" y="75199"/>
                    <a:pt x="141376" y="75199"/>
                  </a:cubicBezTo>
                  <a:cubicBezTo>
                    <a:pt x="144186" y="75162"/>
                    <a:pt x="147735" y="75088"/>
                    <a:pt x="151247" y="75014"/>
                  </a:cubicBezTo>
                  <a:lnTo>
                    <a:pt x="151321" y="75014"/>
                  </a:lnTo>
                  <a:cubicBezTo>
                    <a:pt x="153133" y="71539"/>
                    <a:pt x="154316" y="68544"/>
                    <a:pt x="155425" y="65993"/>
                  </a:cubicBezTo>
                  <a:cubicBezTo>
                    <a:pt x="156645" y="63072"/>
                    <a:pt x="157015" y="60374"/>
                    <a:pt x="157015" y="58192"/>
                  </a:cubicBezTo>
                  <a:cubicBezTo>
                    <a:pt x="157015" y="55715"/>
                    <a:pt x="156571" y="53978"/>
                    <a:pt x="156423" y="53534"/>
                  </a:cubicBezTo>
                  <a:cubicBezTo>
                    <a:pt x="155314" y="52905"/>
                    <a:pt x="153281" y="51353"/>
                    <a:pt x="151469" y="49134"/>
                  </a:cubicBezTo>
                  <a:cubicBezTo>
                    <a:pt x="149584" y="46805"/>
                    <a:pt x="147957" y="43811"/>
                    <a:pt x="147957" y="40446"/>
                  </a:cubicBezTo>
                  <a:cubicBezTo>
                    <a:pt x="147957" y="39485"/>
                    <a:pt x="148105" y="38524"/>
                    <a:pt x="148400" y="37526"/>
                  </a:cubicBezTo>
                  <a:cubicBezTo>
                    <a:pt x="148807" y="36047"/>
                    <a:pt x="149694" y="34864"/>
                    <a:pt x="150877" y="33976"/>
                  </a:cubicBezTo>
                  <a:cubicBezTo>
                    <a:pt x="152061" y="33052"/>
                    <a:pt x="153502" y="32424"/>
                    <a:pt x="155018" y="31980"/>
                  </a:cubicBezTo>
                  <a:cubicBezTo>
                    <a:pt x="158124" y="31056"/>
                    <a:pt x="161562" y="30834"/>
                    <a:pt x="164002" y="30834"/>
                  </a:cubicBezTo>
                  <a:cubicBezTo>
                    <a:pt x="165555" y="30834"/>
                    <a:pt x="166738" y="30945"/>
                    <a:pt x="167108" y="30945"/>
                  </a:cubicBezTo>
                  <a:cubicBezTo>
                    <a:pt x="167773" y="30353"/>
                    <a:pt x="171692" y="27285"/>
                    <a:pt x="179419" y="27285"/>
                  </a:cubicBezTo>
                  <a:cubicBezTo>
                    <a:pt x="180454" y="27285"/>
                    <a:pt x="181526" y="27322"/>
                    <a:pt x="182709" y="27470"/>
                  </a:cubicBezTo>
                  <a:cubicBezTo>
                    <a:pt x="185223" y="27728"/>
                    <a:pt x="187478" y="28468"/>
                    <a:pt x="189475" y="29577"/>
                  </a:cubicBezTo>
                  <a:cubicBezTo>
                    <a:pt x="184927" y="16231"/>
                    <a:pt x="173688" y="0"/>
                    <a:pt x="157126" y="0"/>
                  </a:cubicBezTo>
                  <a:close/>
                  <a:moveTo>
                    <a:pt x="213543" y="69210"/>
                  </a:moveTo>
                  <a:cubicBezTo>
                    <a:pt x="211398" y="69210"/>
                    <a:pt x="209143" y="69986"/>
                    <a:pt x="206962" y="71465"/>
                  </a:cubicBezTo>
                  <a:cubicBezTo>
                    <a:pt x="206038" y="72093"/>
                    <a:pt x="205187" y="72389"/>
                    <a:pt x="204337" y="72389"/>
                  </a:cubicBezTo>
                  <a:cubicBezTo>
                    <a:pt x="202932" y="72389"/>
                    <a:pt x="201675" y="71539"/>
                    <a:pt x="200492" y="70060"/>
                  </a:cubicBezTo>
                  <a:cubicBezTo>
                    <a:pt x="200344" y="72352"/>
                    <a:pt x="200085" y="74829"/>
                    <a:pt x="199716" y="77528"/>
                  </a:cubicBezTo>
                  <a:cubicBezTo>
                    <a:pt x="200825" y="77713"/>
                    <a:pt x="201934" y="77898"/>
                    <a:pt x="203043" y="78120"/>
                  </a:cubicBezTo>
                  <a:cubicBezTo>
                    <a:pt x="207442" y="78896"/>
                    <a:pt x="211583" y="79783"/>
                    <a:pt x="213764" y="80744"/>
                  </a:cubicBezTo>
                  <a:cubicBezTo>
                    <a:pt x="214393" y="81003"/>
                    <a:pt x="214874" y="81262"/>
                    <a:pt x="215132" y="81595"/>
                  </a:cubicBezTo>
                  <a:cubicBezTo>
                    <a:pt x="215317" y="81780"/>
                    <a:pt x="215428" y="82001"/>
                    <a:pt x="215428" y="82223"/>
                  </a:cubicBezTo>
                  <a:lnTo>
                    <a:pt x="215428" y="82260"/>
                  </a:lnTo>
                  <a:cubicBezTo>
                    <a:pt x="215391" y="82445"/>
                    <a:pt x="215354" y="82704"/>
                    <a:pt x="215280" y="83074"/>
                  </a:cubicBezTo>
                  <a:cubicBezTo>
                    <a:pt x="215206" y="83443"/>
                    <a:pt x="215095" y="83887"/>
                    <a:pt x="214948" y="84442"/>
                  </a:cubicBezTo>
                  <a:cubicBezTo>
                    <a:pt x="214652" y="85551"/>
                    <a:pt x="214282" y="86992"/>
                    <a:pt x="213801" y="88693"/>
                  </a:cubicBezTo>
                  <a:cubicBezTo>
                    <a:pt x="212840" y="92094"/>
                    <a:pt x="211583" y="96494"/>
                    <a:pt x="210289" y="101078"/>
                  </a:cubicBezTo>
                  <a:cubicBezTo>
                    <a:pt x="209883" y="102520"/>
                    <a:pt x="209476" y="103962"/>
                    <a:pt x="209069" y="105441"/>
                  </a:cubicBezTo>
                  <a:lnTo>
                    <a:pt x="224264" y="105885"/>
                  </a:lnTo>
                  <a:cubicBezTo>
                    <a:pt x="224819" y="101300"/>
                    <a:pt x="225262" y="96642"/>
                    <a:pt x="225336" y="92205"/>
                  </a:cubicBezTo>
                  <a:cubicBezTo>
                    <a:pt x="225373" y="91762"/>
                    <a:pt x="225373" y="91281"/>
                    <a:pt x="225373" y="90800"/>
                  </a:cubicBezTo>
                  <a:cubicBezTo>
                    <a:pt x="225373" y="76123"/>
                    <a:pt x="219939" y="69210"/>
                    <a:pt x="213543" y="69210"/>
                  </a:cubicBezTo>
                  <a:close/>
                  <a:moveTo>
                    <a:pt x="19040" y="105256"/>
                  </a:moveTo>
                  <a:cubicBezTo>
                    <a:pt x="16231" y="105256"/>
                    <a:pt x="13495" y="106180"/>
                    <a:pt x="10870" y="108731"/>
                  </a:cubicBezTo>
                  <a:cubicBezTo>
                    <a:pt x="925" y="118307"/>
                    <a:pt x="1" y="149029"/>
                    <a:pt x="1" y="160231"/>
                  </a:cubicBezTo>
                  <a:cubicBezTo>
                    <a:pt x="1" y="161969"/>
                    <a:pt x="1" y="163226"/>
                    <a:pt x="37" y="163855"/>
                  </a:cubicBezTo>
                  <a:lnTo>
                    <a:pt x="118972" y="163855"/>
                  </a:lnTo>
                  <a:cubicBezTo>
                    <a:pt x="119489" y="162635"/>
                    <a:pt x="120525" y="160195"/>
                    <a:pt x="121819" y="156904"/>
                  </a:cubicBezTo>
                  <a:lnTo>
                    <a:pt x="121819" y="156904"/>
                  </a:lnTo>
                  <a:cubicBezTo>
                    <a:pt x="118343" y="157717"/>
                    <a:pt x="115866" y="158087"/>
                    <a:pt x="114129" y="158087"/>
                  </a:cubicBezTo>
                  <a:cubicBezTo>
                    <a:pt x="113278" y="158087"/>
                    <a:pt x="112613" y="158013"/>
                    <a:pt x="112058" y="157828"/>
                  </a:cubicBezTo>
                  <a:cubicBezTo>
                    <a:pt x="111541" y="157644"/>
                    <a:pt x="111171" y="157348"/>
                    <a:pt x="110949" y="156978"/>
                  </a:cubicBezTo>
                  <a:cubicBezTo>
                    <a:pt x="110801" y="156719"/>
                    <a:pt x="110727" y="156423"/>
                    <a:pt x="110727" y="156128"/>
                  </a:cubicBezTo>
                  <a:cubicBezTo>
                    <a:pt x="110727" y="156017"/>
                    <a:pt x="110764" y="155906"/>
                    <a:pt x="110801" y="155758"/>
                  </a:cubicBezTo>
                  <a:cubicBezTo>
                    <a:pt x="110801" y="155573"/>
                    <a:pt x="110875" y="155351"/>
                    <a:pt x="110912" y="155056"/>
                  </a:cubicBezTo>
                  <a:cubicBezTo>
                    <a:pt x="111023" y="154501"/>
                    <a:pt x="111208" y="153725"/>
                    <a:pt x="111430" y="152800"/>
                  </a:cubicBezTo>
                  <a:cubicBezTo>
                    <a:pt x="111541" y="152394"/>
                    <a:pt x="111652" y="151950"/>
                    <a:pt x="111763" y="151469"/>
                  </a:cubicBezTo>
                  <a:cubicBezTo>
                    <a:pt x="109175" y="150065"/>
                    <a:pt x="107289" y="148142"/>
                    <a:pt x="106069" y="145739"/>
                  </a:cubicBezTo>
                  <a:cubicBezTo>
                    <a:pt x="105034" y="143595"/>
                    <a:pt x="104516" y="141007"/>
                    <a:pt x="104516" y="138049"/>
                  </a:cubicBezTo>
                  <a:cubicBezTo>
                    <a:pt x="104516" y="136385"/>
                    <a:pt x="104664" y="134574"/>
                    <a:pt x="104960" y="132614"/>
                  </a:cubicBezTo>
                  <a:cubicBezTo>
                    <a:pt x="106254" y="124703"/>
                    <a:pt x="109544" y="119268"/>
                    <a:pt x="114461" y="114055"/>
                  </a:cubicBezTo>
                  <a:cubicBezTo>
                    <a:pt x="114868" y="113648"/>
                    <a:pt x="115238" y="113242"/>
                    <a:pt x="115645" y="112835"/>
                  </a:cubicBezTo>
                  <a:lnTo>
                    <a:pt x="23810" y="112835"/>
                  </a:lnTo>
                  <a:cubicBezTo>
                    <a:pt x="23699" y="112835"/>
                    <a:pt x="23625" y="112798"/>
                    <a:pt x="23588" y="112761"/>
                  </a:cubicBezTo>
                  <a:cubicBezTo>
                    <a:pt x="23514" y="112687"/>
                    <a:pt x="23477" y="112613"/>
                    <a:pt x="23477" y="112539"/>
                  </a:cubicBezTo>
                  <a:lnTo>
                    <a:pt x="23477" y="105958"/>
                  </a:lnTo>
                  <a:cubicBezTo>
                    <a:pt x="21998" y="105515"/>
                    <a:pt x="20519" y="105256"/>
                    <a:pt x="19040" y="105256"/>
                  </a:cubicBezTo>
                  <a:close/>
                  <a:moveTo>
                    <a:pt x="220382" y="134056"/>
                  </a:moveTo>
                  <a:lnTo>
                    <a:pt x="220382" y="134056"/>
                  </a:lnTo>
                  <a:cubicBezTo>
                    <a:pt x="219902" y="134204"/>
                    <a:pt x="219458" y="134241"/>
                    <a:pt x="219199" y="134278"/>
                  </a:cubicBezTo>
                  <a:cubicBezTo>
                    <a:pt x="219162" y="134278"/>
                    <a:pt x="219125" y="134278"/>
                    <a:pt x="219088" y="134241"/>
                  </a:cubicBezTo>
                  <a:lnTo>
                    <a:pt x="212581" y="147624"/>
                  </a:lnTo>
                  <a:cubicBezTo>
                    <a:pt x="212286" y="148290"/>
                    <a:pt x="211620" y="148697"/>
                    <a:pt x="210881" y="148697"/>
                  </a:cubicBezTo>
                  <a:lnTo>
                    <a:pt x="206481" y="148660"/>
                  </a:lnTo>
                  <a:cubicBezTo>
                    <a:pt x="205446" y="149880"/>
                    <a:pt x="204411" y="151026"/>
                    <a:pt x="203450" y="152061"/>
                  </a:cubicBezTo>
                  <a:cubicBezTo>
                    <a:pt x="201453" y="154279"/>
                    <a:pt x="199716" y="156017"/>
                    <a:pt x="198570" y="156793"/>
                  </a:cubicBezTo>
                  <a:cubicBezTo>
                    <a:pt x="197608" y="157459"/>
                    <a:pt x="196869" y="157939"/>
                    <a:pt x="196277" y="158272"/>
                  </a:cubicBezTo>
                  <a:cubicBezTo>
                    <a:pt x="195649" y="158605"/>
                    <a:pt x="195205" y="158753"/>
                    <a:pt x="194762" y="158790"/>
                  </a:cubicBezTo>
                  <a:cubicBezTo>
                    <a:pt x="194503" y="158790"/>
                    <a:pt x="194244" y="158679"/>
                    <a:pt x="194022" y="158531"/>
                  </a:cubicBezTo>
                  <a:cubicBezTo>
                    <a:pt x="193837" y="158346"/>
                    <a:pt x="193689" y="158124"/>
                    <a:pt x="193542" y="157865"/>
                  </a:cubicBezTo>
                  <a:cubicBezTo>
                    <a:pt x="193283" y="157348"/>
                    <a:pt x="193098" y="156608"/>
                    <a:pt x="192765" y="155684"/>
                  </a:cubicBezTo>
                  <a:cubicBezTo>
                    <a:pt x="192469" y="154760"/>
                    <a:pt x="192248" y="153392"/>
                    <a:pt x="192100" y="151839"/>
                  </a:cubicBezTo>
                  <a:cubicBezTo>
                    <a:pt x="191989" y="150804"/>
                    <a:pt x="191915" y="149658"/>
                    <a:pt x="191841" y="148549"/>
                  </a:cubicBezTo>
                  <a:lnTo>
                    <a:pt x="189734" y="148512"/>
                  </a:lnTo>
                  <a:cubicBezTo>
                    <a:pt x="188403" y="153762"/>
                    <a:pt x="187996" y="157681"/>
                    <a:pt x="187996" y="160453"/>
                  </a:cubicBezTo>
                  <a:cubicBezTo>
                    <a:pt x="187996" y="161895"/>
                    <a:pt x="188107" y="163004"/>
                    <a:pt x="188255" y="163855"/>
                  </a:cubicBezTo>
                  <a:lnTo>
                    <a:pt x="230068" y="163855"/>
                  </a:lnTo>
                  <a:lnTo>
                    <a:pt x="230068" y="157274"/>
                  </a:lnTo>
                  <a:cubicBezTo>
                    <a:pt x="230068" y="152098"/>
                    <a:pt x="225817" y="147366"/>
                    <a:pt x="221565" y="142670"/>
                  </a:cubicBezTo>
                  <a:cubicBezTo>
                    <a:pt x="220641" y="141635"/>
                    <a:pt x="220271" y="139639"/>
                    <a:pt x="220271" y="136940"/>
                  </a:cubicBezTo>
                  <a:cubicBezTo>
                    <a:pt x="220271" y="136053"/>
                    <a:pt x="220308" y="135091"/>
                    <a:pt x="220382" y="13405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9" name="Google Shape;1899;p37">
              <a:extLst>
                <a:ext uri="{FF2B5EF4-FFF2-40B4-BE49-F238E27FC236}">
                  <a16:creationId xmlns:a16="http://schemas.microsoft.com/office/drawing/2014/main" id="{D199C71F-79E4-D3CF-BFB8-2EDA7B0F249B}"/>
                </a:ext>
              </a:extLst>
            </p:cNvPr>
            <p:cNvSpPr/>
            <p:nvPr/>
          </p:nvSpPr>
          <p:spPr>
            <a:xfrm>
              <a:off x="3502650" y="1514850"/>
              <a:ext cx="2496475" cy="3178275"/>
            </a:xfrm>
            <a:custGeom>
              <a:avLst/>
              <a:gdLst/>
              <a:ahLst/>
              <a:cxnLst/>
              <a:rect l="l" t="t" r="r" b="b"/>
              <a:pathLst>
                <a:path w="99859" h="127131" extrusionOk="0">
                  <a:moveTo>
                    <a:pt x="76699" y="1"/>
                  </a:moveTo>
                  <a:cubicBezTo>
                    <a:pt x="68279" y="1"/>
                    <a:pt x="64477" y="3685"/>
                    <a:pt x="64477" y="3685"/>
                  </a:cubicBezTo>
                  <a:cubicBezTo>
                    <a:pt x="64477" y="3685"/>
                    <a:pt x="63173" y="3560"/>
                    <a:pt x="61252" y="3560"/>
                  </a:cubicBezTo>
                  <a:cubicBezTo>
                    <a:pt x="56382" y="3560"/>
                    <a:pt x="47546" y="4359"/>
                    <a:pt x="45955" y="10007"/>
                  </a:cubicBezTo>
                  <a:cubicBezTo>
                    <a:pt x="43700" y="17881"/>
                    <a:pt x="51538" y="24462"/>
                    <a:pt x="53941" y="25719"/>
                  </a:cubicBezTo>
                  <a:cubicBezTo>
                    <a:pt x="53941" y="25719"/>
                    <a:pt x="55900" y="31634"/>
                    <a:pt x="52943" y="38511"/>
                  </a:cubicBezTo>
                  <a:cubicBezTo>
                    <a:pt x="50022" y="45388"/>
                    <a:pt x="46510" y="55518"/>
                    <a:pt x="31056" y="69566"/>
                  </a:cubicBezTo>
                  <a:cubicBezTo>
                    <a:pt x="15602" y="83615"/>
                    <a:pt x="5066" y="89346"/>
                    <a:pt x="2552" y="105095"/>
                  </a:cubicBezTo>
                  <a:cubicBezTo>
                    <a:pt x="1" y="120808"/>
                    <a:pt x="7580" y="126982"/>
                    <a:pt x="28394" y="127130"/>
                  </a:cubicBezTo>
                  <a:cubicBezTo>
                    <a:pt x="28456" y="127130"/>
                    <a:pt x="28519" y="127131"/>
                    <a:pt x="28581" y="127131"/>
                  </a:cubicBezTo>
                  <a:cubicBezTo>
                    <a:pt x="49374" y="127131"/>
                    <a:pt x="83025" y="102605"/>
                    <a:pt x="91429" y="73485"/>
                  </a:cubicBezTo>
                  <a:cubicBezTo>
                    <a:pt x="99858" y="44278"/>
                    <a:pt x="97492" y="32189"/>
                    <a:pt x="97049" y="21652"/>
                  </a:cubicBezTo>
                  <a:cubicBezTo>
                    <a:pt x="96642" y="11116"/>
                    <a:pt x="90616" y="1282"/>
                    <a:pt x="79931" y="172"/>
                  </a:cubicBezTo>
                  <a:cubicBezTo>
                    <a:pt x="78786" y="54"/>
                    <a:pt x="77710" y="1"/>
                    <a:pt x="766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0" name="Google Shape;1900;p37">
              <a:extLst>
                <a:ext uri="{FF2B5EF4-FFF2-40B4-BE49-F238E27FC236}">
                  <a16:creationId xmlns:a16="http://schemas.microsoft.com/office/drawing/2014/main" id="{01D46151-E56B-E911-61A9-1F964AB09FB9}"/>
                </a:ext>
              </a:extLst>
            </p:cNvPr>
            <p:cNvSpPr/>
            <p:nvPr/>
          </p:nvSpPr>
          <p:spPr>
            <a:xfrm>
              <a:off x="3547025" y="1507125"/>
              <a:ext cx="2405875" cy="3193375"/>
            </a:xfrm>
            <a:custGeom>
              <a:avLst/>
              <a:gdLst/>
              <a:ahLst/>
              <a:cxnLst/>
              <a:rect l="l" t="t" r="r" b="b"/>
              <a:pathLst>
                <a:path w="96235" h="127735" extrusionOk="0">
                  <a:moveTo>
                    <a:pt x="74903" y="629"/>
                  </a:moveTo>
                  <a:cubicBezTo>
                    <a:pt x="75901" y="629"/>
                    <a:pt x="76973" y="666"/>
                    <a:pt x="78119" y="777"/>
                  </a:cubicBezTo>
                  <a:cubicBezTo>
                    <a:pt x="83369" y="1332"/>
                    <a:pt x="87473" y="4031"/>
                    <a:pt x="90320" y="7876"/>
                  </a:cubicBezTo>
                  <a:cubicBezTo>
                    <a:pt x="93166" y="11721"/>
                    <a:pt x="94756" y="16785"/>
                    <a:pt x="94978" y="21998"/>
                  </a:cubicBezTo>
                  <a:cubicBezTo>
                    <a:pt x="95126" y="26139"/>
                    <a:pt x="95606" y="30465"/>
                    <a:pt x="95606" y="36010"/>
                  </a:cubicBezTo>
                  <a:cubicBezTo>
                    <a:pt x="95606" y="44587"/>
                    <a:pt x="94497" y="55974"/>
                    <a:pt x="89358" y="73720"/>
                  </a:cubicBezTo>
                  <a:cubicBezTo>
                    <a:pt x="85181" y="88176"/>
                    <a:pt x="74718" y="101559"/>
                    <a:pt x="62666" y="111320"/>
                  </a:cubicBezTo>
                  <a:cubicBezTo>
                    <a:pt x="50650" y="121043"/>
                    <a:pt x="37082" y="127143"/>
                    <a:pt x="26767" y="127143"/>
                  </a:cubicBezTo>
                  <a:lnTo>
                    <a:pt x="26619" y="127143"/>
                  </a:lnTo>
                  <a:cubicBezTo>
                    <a:pt x="17524" y="127069"/>
                    <a:pt x="10981" y="125849"/>
                    <a:pt x="6766" y="123224"/>
                  </a:cubicBezTo>
                  <a:cubicBezTo>
                    <a:pt x="4659" y="121893"/>
                    <a:pt x="3143" y="120230"/>
                    <a:pt x="2108" y="118196"/>
                  </a:cubicBezTo>
                  <a:cubicBezTo>
                    <a:pt x="1109" y="116126"/>
                    <a:pt x="592" y="113686"/>
                    <a:pt x="592" y="110765"/>
                  </a:cubicBezTo>
                  <a:cubicBezTo>
                    <a:pt x="592" y="109138"/>
                    <a:pt x="777" y="107364"/>
                    <a:pt x="1073" y="105441"/>
                  </a:cubicBezTo>
                  <a:cubicBezTo>
                    <a:pt x="2330" y="97640"/>
                    <a:pt x="5546" y="92354"/>
                    <a:pt x="10389" y="87215"/>
                  </a:cubicBezTo>
                  <a:cubicBezTo>
                    <a:pt x="15269" y="82076"/>
                    <a:pt x="21739" y="77122"/>
                    <a:pt x="29466" y="70097"/>
                  </a:cubicBezTo>
                  <a:cubicBezTo>
                    <a:pt x="44957" y="56011"/>
                    <a:pt x="48543" y="45808"/>
                    <a:pt x="51463" y="38931"/>
                  </a:cubicBezTo>
                  <a:cubicBezTo>
                    <a:pt x="52757" y="35936"/>
                    <a:pt x="53127" y="33127"/>
                    <a:pt x="53127" y="30908"/>
                  </a:cubicBezTo>
                  <a:cubicBezTo>
                    <a:pt x="53127" y="27914"/>
                    <a:pt x="52462" y="25954"/>
                    <a:pt x="52462" y="25954"/>
                  </a:cubicBezTo>
                  <a:cubicBezTo>
                    <a:pt x="52425" y="25880"/>
                    <a:pt x="52388" y="25806"/>
                    <a:pt x="52314" y="25769"/>
                  </a:cubicBezTo>
                  <a:cubicBezTo>
                    <a:pt x="51316" y="25252"/>
                    <a:pt x="49208" y="23662"/>
                    <a:pt x="47434" y="21444"/>
                  </a:cubicBezTo>
                  <a:cubicBezTo>
                    <a:pt x="45622" y="19226"/>
                    <a:pt x="44069" y="16342"/>
                    <a:pt x="44069" y="13162"/>
                  </a:cubicBezTo>
                  <a:cubicBezTo>
                    <a:pt x="44069" y="12238"/>
                    <a:pt x="44180" y="11351"/>
                    <a:pt x="44476" y="10390"/>
                  </a:cubicBezTo>
                  <a:cubicBezTo>
                    <a:pt x="44846" y="9059"/>
                    <a:pt x="45659" y="8023"/>
                    <a:pt x="46731" y="7173"/>
                  </a:cubicBezTo>
                  <a:cubicBezTo>
                    <a:pt x="48395" y="5916"/>
                    <a:pt x="50650" y="5140"/>
                    <a:pt x="52979" y="4733"/>
                  </a:cubicBezTo>
                  <a:cubicBezTo>
                    <a:pt x="55308" y="4289"/>
                    <a:pt x="57674" y="4178"/>
                    <a:pt x="59486" y="4178"/>
                  </a:cubicBezTo>
                  <a:cubicBezTo>
                    <a:pt x="60447" y="4178"/>
                    <a:pt x="61224" y="4215"/>
                    <a:pt x="61815" y="4252"/>
                  </a:cubicBezTo>
                  <a:cubicBezTo>
                    <a:pt x="62074" y="4252"/>
                    <a:pt x="62296" y="4252"/>
                    <a:pt x="62444" y="4289"/>
                  </a:cubicBezTo>
                  <a:lnTo>
                    <a:pt x="62666" y="4289"/>
                  </a:lnTo>
                  <a:cubicBezTo>
                    <a:pt x="62695" y="4299"/>
                    <a:pt x="62722" y="4304"/>
                    <a:pt x="62747" y="4304"/>
                  </a:cubicBezTo>
                  <a:cubicBezTo>
                    <a:pt x="62816" y="4304"/>
                    <a:pt x="62870" y="4270"/>
                    <a:pt x="62924" y="4215"/>
                  </a:cubicBezTo>
                  <a:cubicBezTo>
                    <a:pt x="63109" y="4031"/>
                    <a:pt x="66843" y="629"/>
                    <a:pt x="74903" y="629"/>
                  </a:cubicBezTo>
                  <a:close/>
                  <a:moveTo>
                    <a:pt x="74903" y="1"/>
                  </a:moveTo>
                  <a:cubicBezTo>
                    <a:pt x="67145" y="1"/>
                    <a:pt x="63234" y="3109"/>
                    <a:pt x="62579" y="3682"/>
                  </a:cubicBezTo>
                  <a:lnTo>
                    <a:pt x="62579" y="3682"/>
                  </a:lnTo>
                  <a:cubicBezTo>
                    <a:pt x="62172" y="3644"/>
                    <a:pt x="61016" y="3550"/>
                    <a:pt x="59486" y="3550"/>
                  </a:cubicBezTo>
                  <a:cubicBezTo>
                    <a:pt x="57046" y="3550"/>
                    <a:pt x="53608" y="3772"/>
                    <a:pt x="50502" y="4696"/>
                  </a:cubicBezTo>
                  <a:cubicBezTo>
                    <a:pt x="48986" y="5140"/>
                    <a:pt x="47545" y="5768"/>
                    <a:pt x="46361" y="6692"/>
                  </a:cubicBezTo>
                  <a:cubicBezTo>
                    <a:pt x="45178" y="7580"/>
                    <a:pt x="44291" y="8763"/>
                    <a:pt x="43884" y="10242"/>
                  </a:cubicBezTo>
                  <a:cubicBezTo>
                    <a:pt x="43589" y="11240"/>
                    <a:pt x="43441" y="12201"/>
                    <a:pt x="43441" y="13162"/>
                  </a:cubicBezTo>
                  <a:cubicBezTo>
                    <a:pt x="43441" y="16527"/>
                    <a:pt x="45068" y="19521"/>
                    <a:pt x="46953" y="21850"/>
                  </a:cubicBezTo>
                  <a:cubicBezTo>
                    <a:pt x="48750" y="24079"/>
                    <a:pt x="50792" y="25644"/>
                    <a:pt x="51923" y="26272"/>
                  </a:cubicBezTo>
                  <a:lnTo>
                    <a:pt x="51923" y="26272"/>
                  </a:lnTo>
                  <a:cubicBezTo>
                    <a:pt x="52058" y="26769"/>
                    <a:pt x="52499" y="28466"/>
                    <a:pt x="52499" y="30908"/>
                  </a:cubicBezTo>
                  <a:cubicBezTo>
                    <a:pt x="52499" y="33090"/>
                    <a:pt x="52129" y="35788"/>
                    <a:pt x="50909" y="38709"/>
                  </a:cubicBezTo>
                  <a:cubicBezTo>
                    <a:pt x="47951" y="45586"/>
                    <a:pt x="44476" y="55605"/>
                    <a:pt x="29059" y="69617"/>
                  </a:cubicBezTo>
                  <a:cubicBezTo>
                    <a:pt x="21369" y="76641"/>
                    <a:pt x="14863" y="81595"/>
                    <a:pt x="9945" y="86771"/>
                  </a:cubicBezTo>
                  <a:cubicBezTo>
                    <a:pt x="5028" y="91984"/>
                    <a:pt x="1738" y="97419"/>
                    <a:pt x="444" y="105330"/>
                  </a:cubicBezTo>
                  <a:cubicBezTo>
                    <a:pt x="148" y="107290"/>
                    <a:pt x="0" y="109101"/>
                    <a:pt x="0" y="110765"/>
                  </a:cubicBezTo>
                  <a:cubicBezTo>
                    <a:pt x="0" y="113723"/>
                    <a:pt x="518" y="116311"/>
                    <a:pt x="1553" y="118455"/>
                  </a:cubicBezTo>
                  <a:cubicBezTo>
                    <a:pt x="3180" y="121708"/>
                    <a:pt x="6027" y="124001"/>
                    <a:pt x="10167" y="125516"/>
                  </a:cubicBezTo>
                  <a:cubicBezTo>
                    <a:pt x="14308" y="126995"/>
                    <a:pt x="19743" y="127698"/>
                    <a:pt x="26619" y="127735"/>
                  </a:cubicBezTo>
                  <a:lnTo>
                    <a:pt x="26767" y="127735"/>
                  </a:lnTo>
                  <a:cubicBezTo>
                    <a:pt x="37304" y="127735"/>
                    <a:pt x="50946" y="121597"/>
                    <a:pt x="63072" y="111763"/>
                  </a:cubicBezTo>
                  <a:cubicBezTo>
                    <a:pt x="75162" y="101966"/>
                    <a:pt x="85735" y="88546"/>
                    <a:pt x="89950" y="73868"/>
                  </a:cubicBezTo>
                  <a:cubicBezTo>
                    <a:pt x="95089" y="56085"/>
                    <a:pt x="96235" y="44624"/>
                    <a:pt x="96235" y="36010"/>
                  </a:cubicBezTo>
                  <a:cubicBezTo>
                    <a:pt x="96235" y="30428"/>
                    <a:pt x="95754" y="26065"/>
                    <a:pt x="95606" y="21961"/>
                  </a:cubicBezTo>
                  <a:cubicBezTo>
                    <a:pt x="95384" y="16638"/>
                    <a:pt x="93758" y="11499"/>
                    <a:pt x="90800" y="7506"/>
                  </a:cubicBezTo>
                  <a:cubicBezTo>
                    <a:pt x="87879" y="3550"/>
                    <a:pt x="83591" y="740"/>
                    <a:pt x="78193" y="186"/>
                  </a:cubicBezTo>
                  <a:cubicBezTo>
                    <a:pt x="77010" y="38"/>
                    <a:pt x="75938" y="1"/>
                    <a:pt x="749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1" name="Google Shape;1901;p37">
              <a:extLst>
                <a:ext uri="{FF2B5EF4-FFF2-40B4-BE49-F238E27FC236}">
                  <a16:creationId xmlns:a16="http://schemas.microsoft.com/office/drawing/2014/main" id="{77F0BFAF-AC39-461A-03DE-BAD8998F91E9}"/>
                </a:ext>
              </a:extLst>
            </p:cNvPr>
            <p:cNvSpPr/>
            <p:nvPr/>
          </p:nvSpPr>
          <p:spPr>
            <a:xfrm>
              <a:off x="4746725" y="1839875"/>
              <a:ext cx="464000" cy="184875"/>
            </a:xfrm>
            <a:custGeom>
              <a:avLst/>
              <a:gdLst/>
              <a:ahLst/>
              <a:cxnLst/>
              <a:rect l="l" t="t" r="r" b="b"/>
              <a:pathLst>
                <a:path w="18560" h="7395" extrusionOk="0">
                  <a:moveTo>
                    <a:pt x="4732" y="0"/>
                  </a:moveTo>
                  <a:cubicBezTo>
                    <a:pt x="3549" y="0"/>
                    <a:pt x="2514" y="111"/>
                    <a:pt x="1701" y="407"/>
                  </a:cubicBezTo>
                  <a:cubicBezTo>
                    <a:pt x="1294" y="592"/>
                    <a:pt x="961" y="777"/>
                    <a:pt x="666" y="1035"/>
                  </a:cubicBezTo>
                  <a:cubicBezTo>
                    <a:pt x="370" y="1294"/>
                    <a:pt x="185" y="1664"/>
                    <a:pt x="74" y="2034"/>
                  </a:cubicBezTo>
                  <a:cubicBezTo>
                    <a:pt x="37" y="2255"/>
                    <a:pt x="0" y="2477"/>
                    <a:pt x="0" y="2662"/>
                  </a:cubicBezTo>
                  <a:cubicBezTo>
                    <a:pt x="0" y="3475"/>
                    <a:pt x="370" y="4178"/>
                    <a:pt x="961" y="4733"/>
                  </a:cubicBezTo>
                  <a:cubicBezTo>
                    <a:pt x="1812" y="5620"/>
                    <a:pt x="3106" y="6285"/>
                    <a:pt x="4511" y="6729"/>
                  </a:cubicBezTo>
                  <a:cubicBezTo>
                    <a:pt x="5915" y="7136"/>
                    <a:pt x="7431" y="7394"/>
                    <a:pt x="8651" y="7394"/>
                  </a:cubicBezTo>
                  <a:cubicBezTo>
                    <a:pt x="9391" y="7394"/>
                    <a:pt x="10056" y="7320"/>
                    <a:pt x="10537" y="7099"/>
                  </a:cubicBezTo>
                  <a:cubicBezTo>
                    <a:pt x="10796" y="7025"/>
                    <a:pt x="11017" y="6877"/>
                    <a:pt x="11165" y="6729"/>
                  </a:cubicBezTo>
                  <a:cubicBezTo>
                    <a:pt x="11350" y="6544"/>
                    <a:pt x="11461" y="6285"/>
                    <a:pt x="11461" y="6063"/>
                  </a:cubicBezTo>
                  <a:cubicBezTo>
                    <a:pt x="11461" y="5694"/>
                    <a:pt x="11313" y="5361"/>
                    <a:pt x="11128" y="5065"/>
                  </a:cubicBezTo>
                  <a:cubicBezTo>
                    <a:pt x="10759" y="4622"/>
                    <a:pt x="10167" y="4289"/>
                    <a:pt x="9539" y="4067"/>
                  </a:cubicBezTo>
                  <a:cubicBezTo>
                    <a:pt x="8540" y="3697"/>
                    <a:pt x="7394" y="3549"/>
                    <a:pt x="6470" y="3475"/>
                  </a:cubicBezTo>
                  <a:cubicBezTo>
                    <a:pt x="5546" y="3365"/>
                    <a:pt x="4843" y="3365"/>
                    <a:pt x="4843" y="3365"/>
                  </a:cubicBezTo>
                  <a:lnTo>
                    <a:pt x="4843" y="3993"/>
                  </a:lnTo>
                  <a:lnTo>
                    <a:pt x="5102" y="3993"/>
                  </a:lnTo>
                  <a:cubicBezTo>
                    <a:pt x="5694" y="4030"/>
                    <a:pt x="7209" y="4104"/>
                    <a:pt x="8503" y="4400"/>
                  </a:cubicBezTo>
                  <a:cubicBezTo>
                    <a:pt x="9169" y="4548"/>
                    <a:pt x="9760" y="4769"/>
                    <a:pt x="10204" y="5065"/>
                  </a:cubicBezTo>
                  <a:cubicBezTo>
                    <a:pt x="10426" y="5213"/>
                    <a:pt x="10574" y="5361"/>
                    <a:pt x="10685" y="5509"/>
                  </a:cubicBezTo>
                  <a:cubicBezTo>
                    <a:pt x="10796" y="5694"/>
                    <a:pt x="10833" y="5842"/>
                    <a:pt x="10833" y="6063"/>
                  </a:cubicBezTo>
                  <a:cubicBezTo>
                    <a:pt x="10833" y="6137"/>
                    <a:pt x="10796" y="6211"/>
                    <a:pt x="10722" y="6285"/>
                  </a:cubicBezTo>
                  <a:cubicBezTo>
                    <a:pt x="10611" y="6433"/>
                    <a:pt x="10352" y="6544"/>
                    <a:pt x="10019" y="6655"/>
                  </a:cubicBezTo>
                  <a:cubicBezTo>
                    <a:pt x="9650" y="6729"/>
                    <a:pt x="9169" y="6766"/>
                    <a:pt x="8651" y="6766"/>
                  </a:cubicBezTo>
                  <a:cubicBezTo>
                    <a:pt x="7099" y="6766"/>
                    <a:pt x="5065" y="6359"/>
                    <a:pt x="3401" y="5620"/>
                  </a:cubicBezTo>
                  <a:cubicBezTo>
                    <a:pt x="2588" y="5287"/>
                    <a:pt x="1886" y="4806"/>
                    <a:pt x="1405" y="4326"/>
                  </a:cubicBezTo>
                  <a:cubicBezTo>
                    <a:pt x="887" y="3808"/>
                    <a:pt x="629" y="3254"/>
                    <a:pt x="629" y="2662"/>
                  </a:cubicBezTo>
                  <a:cubicBezTo>
                    <a:pt x="629" y="2514"/>
                    <a:pt x="666" y="2366"/>
                    <a:pt x="703" y="2182"/>
                  </a:cubicBezTo>
                  <a:cubicBezTo>
                    <a:pt x="740" y="1923"/>
                    <a:pt x="887" y="1701"/>
                    <a:pt x="1072" y="1479"/>
                  </a:cubicBezTo>
                  <a:cubicBezTo>
                    <a:pt x="1405" y="1183"/>
                    <a:pt x="1886" y="961"/>
                    <a:pt x="2514" y="814"/>
                  </a:cubicBezTo>
                  <a:cubicBezTo>
                    <a:pt x="3106" y="703"/>
                    <a:pt x="3882" y="629"/>
                    <a:pt x="4732" y="629"/>
                  </a:cubicBezTo>
                  <a:cubicBezTo>
                    <a:pt x="7357" y="629"/>
                    <a:pt x="10796" y="1257"/>
                    <a:pt x="13531" y="1923"/>
                  </a:cubicBezTo>
                  <a:cubicBezTo>
                    <a:pt x="14936" y="2218"/>
                    <a:pt x="16156" y="2551"/>
                    <a:pt x="17007" y="2773"/>
                  </a:cubicBezTo>
                  <a:cubicBezTo>
                    <a:pt x="17450" y="2921"/>
                    <a:pt x="17783" y="2995"/>
                    <a:pt x="18042" y="3069"/>
                  </a:cubicBezTo>
                  <a:cubicBezTo>
                    <a:pt x="18264" y="3143"/>
                    <a:pt x="18412" y="3180"/>
                    <a:pt x="18412" y="3180"/>
                  </a:cubicBezTo>
                  <a:lnTo>
                    <a:pt x="18559" y="2588"/>
                  </a:lnTo>
                  <a:cubicBezTo>
                    <a:pt x="18559" y="2588"/>
                    <a:pt x="16452" y="1960"/>
                    <a:pt x="13679" y="1294"/>
                  </a:cubicBezTo>
                  <a:cubicBezTo>
                    <a:pt x="10907" y="666"/>
                    <a:pt x="7468" y="0"/>
                    <a:pt x="4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2" name="Google Shape;1902;p37">
              <a:extLst>
                <a:ext uri="{FF2B5EF4-FFF2-40B4-BE49-F238E27FC236}">
                  <a16:creationId xmlns:a16="http://schemas.microsoft.com/office/drawing/2014/main" id="{B6734B50-42B9-56AC-7AC9-88BE1DC125F8}"/>
                </a:ext>
              </a:extLst>
            </p:cNvPr>
            <p:cNvSpPr/>
            <p:nvPr/>
          </p:nvSpPr>
          <p:spPr>
            <a:xfrm>
              <a:off x="5240275" y="1582925"/>
              <a:ext cx="685825" cy="691375"/>
            </a:xfrm>
            <a:custGeom>
              <a:avLst/>
              <a:gdLst/>
              <a:ahLst/>
              <a:cxnLst/>
              <a:rect l="l" t="t" r="r" b="b"/>
              <a:pathLst>
                <a:path w="27433" h="27655" extrusionOk="0">
                  <a:moveTo>
                    <a:pt x="13901" y="0"/>
                  </a:moveTo>
                  <a:cubicBezTo>
                    <a:pt x="12201" y="0"/>
                    <a:pt x="8984" y="74"/>
                    <a:pt x="6027" y="703"/>
                  </a:cubicBezTo>
                  <a:cubicBezTo>
                    <a:pt x="4585" y="999"/>
                    <a:pt x="3180" y="1442"/>
                    <a:pt x="2108" y="2071"/>
                  </a:cubicBezTo>
                  <a:cubicBezTo>
                    <a:pt x="999" y="2699"/>
                    <a:pt x="185" y="3587"/>
                    <a:pt x="0" y="4733"/>
                  </a:cubicBezTo>
                  <a:cubicBezTo>
                    <a:pt x="0" y="4844"/>
                    <a:pt x="0" y="4954"/>
                    <a:pt x="0" y="5065"/>
                  </a:cubicBezTo>
                  <a:cubicBezTo>
                    <a:pt x="0" y="5842"/>
                    <a:pt x="333" y="6692"/>
                    <a:pt x="888" y="7616"/>
                  </a:cubicBezTo>
                  <a:cubicBezTo>
                    <a:pt x="1849" y="9280"/>
                    <a:pt x="3550" y="11203"/>
                    <a:pt x="5694" y="13236"/>
                  </a:cubicBezTo>
                  <a:cubicBezTo>
                    <a:pt x="8836" y="16304"/>
                    <a:pt x="12977" y="19558"/>
                    <a:pt x="16896" y="22220"/>
                  </a:cubicBezTo>
                  <a:cubicBezTo>
                    <a:pt x="20852" y="24882"/>
                    <a:pt x="24660" y="26952"/>
                    <a:pt x="27248" y="27654"/>
                  </a:cubicBezTo>
                  <a:lnTo>
                    <a:pt x="27433" y="27026"/>
                  </a:lnTo>
                  <a:cubicBezTo>
                    <a:pt x="25547" y="26545"/>
                    <a:pt x="22885" y="25251"/>
                    <a:pt x="20002" y="23477"/>
                  </a:cubicBezTo>
                  <a:cubicBezTo>
                    <a:pt x="15676" y="20815"/>
                    <a:pt x="10796" y="17155"/>
                    <a:pt x="7025" y="13680"/>
                  </a:cubicBezTo>
                  <a:cubicBezTo>
                    <a:pt x="5139" y="11942"/>
                    <a:pt x="3513" y="10241"/>
                    <a:pt x="2367" y="8725"/>
                  </a:cubicBezTo>
                  <a:cubicBezTo>
                    <a:pt x="1221" y="7247"/>
                    <a:pt x="592" y="5916"/>
                    <a:pt x="592" y="5065"/>
                  </a:cubicBezTo>
                  <a:cubicBezTo>
                    <a:pt x="592" y="4991"/>
                    <a:pt x="629" y="4917"/>
                    <a:pt x="629" y="4844"/>
                  </a:cubicBezTo>
                  <a:cubicBezTo>
                    <a:pt x="777" y="3919"/>
                    <a:pt x="1405" y="3217"/>
                    <a:pt x="2404" y="2625"/>
                  </a:cubicBezTo>
                  <a:cubicBezTo>
                    <a:pt x="3882" y="1738"/>
                    <a:pt x="6175" y="1220"/>
                    <a:pt x="8356" y="925"/>
                  </a:cubicBezTo>
                  <a:cubicBezTo>
                    <a:pt x="10537" y="666"/>
                    <a:pt x="12644" y="629"/>
                    <a:pt x="13901" y="629"/>
                  </a:cubicBezTo>
                  <a:lnTo>
                    <a:pt x="15011" y="629"/>
                  </a:lnTo>
                  <a:lnTo>
                    <a:pt x="15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3" name="Google Shape;1903;p37">
              <a:extLst>
                <a:ext uri="{FF2B5EF4-FFF2-40B4-BE49-F238E27FC236}">
                  <a16:creationId xmlns:a16="http://schemas.microsoft.com/office/drawing/2014/main" id="{EB1BE669-1063-78E5-E443-19C002CD28E4}"/>
                </a:ext>
              </a:extLst>
            </p:cNvPr>
            <p:cNvSpPr/>
            <p:nvPr/>
          </p:nvSpPr>
          <p:spPr>
            <a:xfrm>
              <a:off x="5406650" y="1584775"/>
              <a:ext cx="438125" cy="367875"/>
            </a:xfrm>
            <a:custGeom>
              <a:avLst/>
              <a:gdLst/>
              <a:ahLst/>
              <a:cxnLst/>
              <a:rect l="l" t="t" r="r" b="b"/>
              <a:pathLst>
                <a:path w="17525" h="14715" extrusionOk="0">
                  <a:moveTo>
                    <a:pt x="3475" y="0"/>
                  </a:moveTo>
                  <a:cubicBezTo>
                    <a:pt x="3475" y="0"/>
                    <a:pt x="2625" y="518"/>
                    <a:pt x="1775" y="1368"/>
                  </a:cubicBezTo>
                  <a:cubicBezTo>
                    <a:pt x="924" y="2256"/>
                    <a:pt x="37" y="3476"/>
                    <a:pt x="0" y="4917"/>
                  </a:cubicBezTo>
                  <a:cubicBezTo>
                    <a:pt x="0" y="5509"/>
                    <a:pt x="148" y="6101"/>
                    <a:pt x="481" y="6692"/>
                  </a:cubicBezTo>
                  <a:cubicBezTo>
                    <a:pt x="961" y="7616"/>
                    <a:pt x="1960" y="8541"/>
                    <a:pt x="3254" y="9465"/>
                  </a:cubicBezTo>
                  <a:cubicBezTo>
                    <a:pt x="5213" y="10833"/>
                    <a:pt x="7801" y="12127"/>
                    <a:pt x="10426" y="13125"/>
                  </a:cubicBezTo>
                  <a:cubicBezTo>
                    <a:pt x="13014" y="14086"/>
                    <a:pt x="15602" y="14715"/>
                    <a:pt x="17524" y="14715"/>
                  </a:cubicBezTo>
                  <a:lnTo>
                    <a:pt x="17524" y="14123"/>
                  </a:lnTo>
                  <a:cubicBezTo>
                    <a:pt x="15121" y="14123"/>
                    <a:pt x="11387" y="13014"/>
                    <a:pt x="8097" y="11461"/>
                  </a:cubicBezTo>
                  <a:cubicBezTo>
                    <a:pt x="6433" y="10722"/>
                    <a:pt x="4880" y="9835"/>
                    <a:pt x="3623" y="8947"/>
                  </a:cubicBezTo>
                  <a:cubicBezTo>
                    <a:pt x="2366" y="8097"/>
                    <a:pt x="1442" y="7173"/>
                    <a:pt x="1035" y="6396"/>
                  </a:cubicBezTo>
                  <a:cubicBezTo>
                    <a:pt x="740" y="5879"/>
                    <a:pt x="629" y="5398"/>
                    <a:pt x="629" y="4917"/>
                  </a:cubicBezTo>
                  <a:cubicBezTo>
                    <a:pt x="629" y="3734"/>
                    <a:pt x="1405" y="2625"/>
                    <a:pt x="2181" y="1812"/>
                  </a:cubicBezTo>
                  <a:cubicBezTo>
                    <a:pt x="2588" y="1405"/>
                    <a:pt x="2995" y="1072"/>
                    <a:pt x="3291" y="851"/>
                  </a:cubicBezTo>
                  <a:cubicBezTo>
                    <a:pt x="3438" y="740"/>
                    <a:pt x="3586" y="666"/>
                    <a:pt x="3660" y="592"/>
                  </a:cubicBezTo>
                  <a:lnTo>
                    <a:pt x="3771" y="518"/>
                  </a:lnTo>
                  <a:lnTo>
                    <a:pt x="3808" y="518"/>
                  </a:lnTo>
                  <a:lnTo>
                    <a:pt x="34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4" name="Google Shape;1904;p37">
              <a:extLst>
                <a:ext uri="{FF2B5EF4-FFF2-40B4-BE49-F238E27FC236}">
                  <a16:creationId xmlns:a16="http://schemas.microsoft.com/office/drawing/2014/main" id="{28F5EDD3-9105-7698-63B4-42B221913807}"/>
                </a:ext>
              </a:extLst>
            </p:cNvPr>
            <p:cNvSpPr/>
            <p:nvPr/>
          </p:nvSpPr>
          <p:spPr>
            <a:xfrm>
              <a:off x="4434325" y="2717300"/>
              <a:ext cx="1258875" cy="2210575"/>
            </a:xfrm>
            <a:custGeom>
              <a:avLst/>
              <a:gdLst/>
              <a:ahLst/>
              <a:cxnLst/>
              <a:rect l="l" t="t" r="r" b="b"/>
              <a:pathLst>
                <a:path w="50355" h="88423" extrusionOk="0">
                  <a:moveTo>
                    <a:pt x="29766" y="1"/>
                  </a:moveTo>
                  <a:cubicBezTo>
                    <a:pt x="24738" y="1"/>
                    <a:pt x="21221" y="247"/>
                    <a:pt x="21221" y="247"/>
                  </a:cubicBezTo>
                  <a:cubicBezTo>
                    <a:pt x="21221" y="247"/>
                    <a:pt x="14936" y="18696"/>
                    <a:pt x="11609" y="35850"/>
                  </a:cubicBezTo>
                  <a:cubicBezTo>
                    <a:pt x="8282" y="53004"/>
                    <a:pt x="0" y="88422"/>
                    <a:pt x="0" y="88422"/>
                  </a:cubicBezTo>
                  <a:lnTo>
                    <a:pt x="33939" y="88422"/>
                  </a:lnTo>
                  <a:cubicBezTo>
                    <a:pt x="33939" y="88422"/>
                    <a:pt x="34124" y="80511"/>
                    <a:pt x="35418" y="70159"/>
                  </a:cubicBezTo>
                  <a:cubicBezTo>
                    <a:pt x="36712" y="59844"/>
                    <a:pt x="50354" y="4314"/>
                    <a:pt x="50354" y="4314"/>
                  </a:cubicBezTo>
                  <a:cubicBezTo>
                    <a:pt x="50354" y="4314"/>
                    <a:pt x="47212" y="802"/>
                    <a:pt x="38191" y="247"/>
                  </a:cubicBezTo>
                  <a:cubicBezTo>
                    <a:pt x="35171" y="62"/>
                    <a:pt x="32280" y="1"/>
                    <a:pt x="297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5" name="Google Shape;1905;p37">
              <a:extLst>
                <a:ext uri="{FF2B5EF4-FFF2-40B4-BE49-F238E27FC236}">
                  <a16:creationId xmlns:a16="http://schemas.microsoft.com/office/drawing/2014/main" id="{F4FB27A6-C361-9441-B6DC-3F6C8B986644}"/>
                </a:ext>
              </a:extLst>
            </p:cNvPr>
            <p:cNvSpPr/>
            <p:nvPr/>
          </p:nvSpPr>
          <p:spPr>
            <a:xfrm>
              <a:off x="4426000" y="2709600"/>
              <a:ext cx="1275500" cy="2226600"/>
            </a:xfrm>
            <a:custGeom>
              <a:avLst/>
              <a:gdLst/>
              <a:ahLst/>
              <a:cxnLst/>
              <a:rect l="l" t="t" r="r" b="b"/>
              <a:pathLst>
                <a:path w="51020" h="89064" extrusionOk="0">
                  <a:moveTo>
                    <a:pt x="30094" y="629"/>
                  </a:moveTo>
                  <a:cubicBezTo>
                    <a:pt x="32608" y="629"/>
                    <a:pt x="35492" y="666"/>
                    <a:pt x="38487" y="851"/>
                  </a:cubicBezTo>
                  <a:cubicBezTo>
                    <a:pt x="42960" y="1147"/>
                    <a:pt x="45992" y="2145"/>
                    <a:pt x="47840" y="3069"/>
                  </a:cubicBezTo>
                  <a:cubicBezTo>
                    <a:pt x="48802" y="3513"/>
                    <a:pt x="49467" y="3957"/>
                    <a:pt x="49874" y="4289"/>
                  </a:cubicBezTo>
                  <a:cubicBezTo>
                    <a:pt x="50096" y="4474"/>
                    <a:pt x="50243" y="4585"/>
                    <a:pt x="50317" y="4696"/>
                  </a:cubicBezTo>
                  <a:lnTo>
                    <a:pt x="50350" y="4718"/>
                  </a:lnTo>
                  <a:lnTo>
                    <a:pt x="50350" y="4718"/>
                  </a:lnTo>
                  <a:cubicBezTo>
                    <a:pt x="49952" y="6341"/>
                    <a:pt x="46759" y="19392"/>
                    <a:pt x="43404" y="33607"/>
                  </a:cubicBezTo>
                  <a:cubicBezTo>
                    <a:pt x="41629" y="41186"/>
                    <a:pt x="39781" y="49098"/>
                    <a:pt x="38339" y="55753"/>
                  </a:cubicBezTo>
                  <a:cubicBezTo>
                    <a:pt x="36860" y="62444"/>
                    <a:pt x="35751" y="67842"/>
                    <a:pt x="35455" y="70430"/>
                  </a:cubicBezTo>
                  <a:cubicBezTo>
                    <a:pt x="34307" y="79613"/>
                    <a:pt x="34032" y="86906"/>
                    <a:pt x="33985" y="88435"/>
                  </a:cubicBezTo>
                  <a:lnTo>
                    <a:pt x="715" y="88435"/>
                  </a:lnTo>
                  <a:cubicBezTo>
                    <a:pt x="1603" y="84627"/>
                    <a:pt x="9110" y="52359"/>
                    <a:pt x="12238" y="36232"/>
                  </a:cubicBezTo>
                  <a:cubicBezTo>
                    <a:pt x="13901" y="27655"/>
                    <a:pt x="16304" y="18745"/>
                    <a:pt x="18264" y="12016"/>
                  </a:cubicBezTo>
                  <a:cubicBezTo>
                    <a:pt x="19262" y="8652"/>
                    <a:pt x="20149" y="5805"/>
                    <a:pt x="20815" y="3809"/>
                  </a:cubicBezTo>
                  <a:cubicBezTo>
                    <a:pt x="21111" y="2810"/>
                    <a:pt x="21369" y="1997"/>
                    <a:pt x="21554" y="1480"/>
                  </a:cubicBezTo>
                  <a:cubicBezTo>
                    <a:pt x="21652" y="1188"/>
                    <a:pt x="21718" y="978"/>
                    <a:pt x="21759" y="844"/>
                  </a:cubicBezTo>
                  <a:lnTo>
                    <a:pt x="21759" y="844"/>
                  </a:lnTo>
                  <a:cubicBezTo>
                    <a:pt x="21863" y="839"/>
                    <a:pt x="22005" y="830"/>
                    <a:pt x="22183" y="814"/>
                  </a:cubicBezTo>
                  <a:cubicBezTo>
                    <a:pt x="23403" y="740"/>
                    <a:pt x="26323" y="629"/>
                    <a:pt x="30094" y="629"/>
                  </a:cubicBezTo>
                  <a:close/>
                  <a:moveTo>
                    <a:pt x="30094" y="1"/>
                  </a:moveTo>
                  <a:cubicBezTo>
                    <a:pt x="25066" y="1"/>
                    <a:pt x="21517" y="259"/>
                    <a:pt x="21517" y="259"/>
                  </a:cubicBezTo>
                  <a:cubicBezTo>
                    <a:pt x="21406" y="259"/>
                    <a:pt x="21295" y="333"/>
                    <a:pt x="21258" y="444"/>
                  </a:cubicBezTo>
                  <a:cubicBezTo>
                    <a:pt x="21258" y="444"/>
                    <a:pt x="14973" y="18930"/>
                    <a:pt x="11646" y="36121"/>
                  </a:cubicBezTo>
                  <a:cubicBezTo>
                    <a:pt x="9982" y="44661"/>
                    <a:pt x="7062" y="57823"/>
                    <a:pt x="4585" y="68840"/>
                  </a:cubicBezTo>
                  <a:cubicBezTo>
                    <a:pt x="3328" y="74312"/>
                    <a:pt x="2182" y="79303"/>
                    <a:pt x="1368" y="82889"/>
                  </a:cubicBezTo>
                  <a:cubicBezTo>
                    <a:pt x="962" y="84664"/>
                    <a:pt x="629" y="86105"/>
                    <a:pt x="370" y="87141"/>
                  </a:cubicBezTo>
                  <a:cubicBezTo>
                    <a:pt x="148" y="88139"/>
                    <a:pt x="0" y="88693"/>
                    <a:pt x="0" y="88693"/>
                  </a:cubicBezTo>
                  <a:cubicBezTo>
                    <a:pt x="0" y="88767"/>
                    <a:pt x="0" y="88878"/>
                    <a:pt x="74" y="88952"/>
                  </a:cubicBezTo>
                  <a:cubicBezTo>
                    <a:pt x="148" y="89026"/>
                    <a:pt x="222" y="89063"/>
                    <a:pt x="333" y="89063"/>
                  </a:cubicBezTo>
                  <a:lnTo>
                    <a:pt x="34272" y="89063"/>
                  </a:lnTo>
                  <a:cubicBezTo>
                    <a:pt x="34420" y="89063"/>
                    <a:pt x="34568" y="88915"/>
                    <a:pt x="34568" y="88767"/>
                  </a:cubicBezTo>
                  <a:cubicBezTo>
                    <a:pt x="34568" y="88767"/>
                    <a:pt x="34605" y="88250"/>
                    <a:pt x="34642" y="87362"/>
                  </a:cubicBezTo>
                  <a:cubicBezTo>
                    <a:pt x="34753" y="84664"/>
                    <a:pt x="35085" y="78268"/>
                    <a:pt x="36047" y="70504"/>
                  </a:cubicBezTo>
                  <a:cubicBezTo>
                    <a:pt x="36379" y="67953"/>
                    <a:pt x="37452" y="62555"/>
                    <a:pt x="38930" y="55900"/>
                  </a:cubicBezTo>
                  <a:cubicBezTo>
                    <a:pt x="41112" y="45918"/>
                    <a:pt x="44143" y="33089"/>
                    <a:pt x="46583" y="22812"/>
                  </a:cubicBezTo>
                  <a:cubicBezTo>
                    <a:pt x="47840" y="17636"/>
                    <a:pt x="48949" y="13125"/>
                    <a:pt x="49726" y="9872"/>
                  </a:cubicBezTo>
                  <a:cubicBezTo>
                    <a:pt x="50133" y="8245"/>
                    <a:pt x="50428" y="6951"/>
                    <a:pt x="50650" y="6064"/>
                  </a:cubicBezTo>
                  <a:cubicBezTo>
                    <a:pt x="50872" y="5177"/>
                    <a:pt x="50983" y="4696"/>
                    <a:pt x="50983" y="4696"/>
                  </a:cubicBezTo>
                  <a:cubicBezTo>
                    <a:pt x="51020" y="4585"/>
                    <a:pt x="50983" y="4474"/>
                    <a:pt x="50909" y="4400"/>
                  </a:cubicBezTo>
                  <a:cubicBezTo>
                    <a:pt x="50872" y="4363"/>
                    <a:pt x="47655" y="814"/>
                    <a:pt x="38524" y="259"/>
                  </a:cubicBezTo>
                  <a:cubicBezTo>
                    <a:pt x="35492" y="75"/>
                    <a:pt x="32608" y="1"/>
                    <a:pt x="300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6" name="Google Shape;1906;p37">
              <a:extLst>
                <a:ext uri="{FF2B5EF4-FFF2-40B4-BE49-F238E27FC236}">
                  <a16:creationId xmlns:a16="http://schemas.microsoft.com/office/drawing/2014/main" id="{AD5D2D2A-6285-5A1C-23D4-82381BB284F1}"/>
                </a:ext>
              </a:extLst>
            </p:cNvPr>
            <p:cNvSpPr/>
            <p:nvPr/>
          </p:nvSpPr>
          <p:spPr>
            <a:xfrm>
              <a:off x="5009200" y="2762300"/>
              <a:ext cx="495450" cy="732950"/>
            </a:xfrm>
            <a:custGeom>
              <a:avLst/>
              <a:gdLst/>
              <a:ahLst/>
              <a:cxnLst/>
              <a:rect l="l" t="t" r="r" b="b"/>
              <a:pathLst>
                <a:path w="19818" h="29318" extrusionOk="0">
                  <a:moveTo>
                    <a:pt x="2515" y="0"/>
                  </a:moveTo>
                  <a:cubicBezTo>
                    <a:pt x="2515" y="0"/>
                    <a:pt x="1" y="10685"/>
                    <a:pt x="1" y="16970"/>
                  </a:cubicBezTo>
                  <a:cubicBezTo>
                    <a:pt x="1" y="22449"/>
                    <a:pt x="3278" y="29317"/>
                    <a:pt x="8798" y="29317"/>
                  </a:cubicBezTo>
                  <a:cubicBezTo>
                    <a:pt x="9646" y="29317"/>
                    <a:pt x="10548" y="29155"/>
                    <a:pt x="11499" y="28800"/>
                  </a:cubicBezTo>
                  <a:cubicBezTo>
                    <a:pt x="18671" y="26101"/>
                    <a:pt x="19817" y="18522"/>
                    <a:pt x="19817" y="13605"/>
                  </a:cubicBezTo>
                  <a:cubicBezTo>
                    <a:pt x="19817" y="8688"/>
                    <a:pt x="19521" y="1959"/>
                    <a:pt x="19521" y="1959"/>
                  </a:cubicBezTo>
                  <a:cubicBezTo>
                    <a:pt x="19521" y="1959"/>
                    <a:pt x="17513" y="3566"/>
                    <a:pt x="14167" y="3566"/>
                  </a:cubicBezTo>
                  <a:cubicBezTo>
                    <a:pt x="13089" y="3566"/>
                    <a:pt x="11871" y="3399"/>
                    <a:pt x="10537" y="2958"/>
                  </a:cubicBezTo>
                  <a:cubicBezTo>
                    <a:pt x="5066" y="1109"/>
                    <a:pt x="2515" y="0"/>
                    <a:pt x="2515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7" name="Google Shape;1907;p37">
              <a:extLst>
                <a:ext uri="{FF2B5EF4-FFF2-40B4-BE49-F238E27FC236}">
                  <a16:creationId xmlns:a16="http://schemas.microsoft.com/office/drawing/2014/main" id="{1593293B-8B11-7CAC-8C48-546537F607BC}"/>
                </a:ext>
              </a:extLst>
            </p:cNvPr>
            <p:cNvSpPr/>
            <p:nvPr/>
          </p:nvSpPr>
          <p:spPr>
            <a:xfrm>
              <a:off x="5024925" y="2762300"/>
              <a:ext cx="478800" cy="363925"/>
            </a:xfrm>
            <a:custGeom>
              <a:avLst/>
              <a:gdLst/>
              <a:ahLst/>
              <a:cxnLst/>
              <a:rect l="l" t="t" r="r" b="b"/>
              <a:pathLst>
                <a:path w="19152" h="14557" extrusionOk="0">
                  <a:moveTo>
                    <a:pt x="1886" y="0"/>
                  </a:moveTo>
                  <a:cubicBezTo>
                    <a:pt x="1886" y="0"/>
                    <a:pt x="740" y="4917"/>
                    <a:pt x="0" y="10056"/>
                  </a:cubicBezTo>
                  <a:cubicBezTo>
                    <a:pt x="1494" y="12453"/>
                    <a:pt x="4130" y="14556"/>
                    <a:pt x="8798" y="14556"/>
                  </a:cubicBezTo>
                  <a:cubicBezTo>
                    <a:pt x="9098" y="14556"/>
                    <a:pt x="9406" y="14547"/>
                    <a:pt x="9724" y="14530"/>
                  </a:cubicBezTo>
                  <a:cubicBezTo>
                    <a:pt x="13901" y="14271"/>
                    <a:pt x="16933" y="12792"/>
                    <a:pt x="19151" y="10685"/>
                  </a:cubicBezTo>
                  <a:cubicBezTo>
                    <a:pt x="19077" y="6396"/>
                    <a:pt x="18892" y="1959"/>
                    <a:pt x="18892" y="1959"/>
                  </a:cubicBezTo>
                  <a:cubicBezTo>
                    <a:pt x="18892" y="1959"/>
                    <a:pt x="16884" y="3566"/>
                    <a:pt x="13538" y="3566"/>
                  </a:cubicBezTo>
                  <a:cubicBezTo>
                    <a:pt x="12460" y="3566"/>
                    <a:pt x="11242" y="3399"/>
                    <a:pt x="9908" y="2958"/>
                  </a:cubicBezTo>
                  <a:cubicBezTo>
                    <a:pt x="4437" y="1109"/>
                    <a:pt x="1886" y="0"/>
                    <a:pt x="18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8" name="Google Shape;1908;p37">
              <a:extLst>
                <a:ext uri="{FF2B5EF4-FFF2-40B4-BE49-F238E27FC236}">
                  <a16:creationId xmlns:a16="http://schemas.microsoft.com/office/drawing/2014/main" id="{1814B6FF-D00A-85F3-084F-AF43D4E83587}"/>
                </a:ext>
              </a:extLst>
            </p:cNvPr>
            <p:cNvSpPr/>
            <p:nvPr/>
          </p:nvSpPr>
          <p:spPr>
            <a:xfrm>
              <a:off x="5031400" y="2805725"/>
              <a:ext cx="452900" cy="320750"/>
            </a:xfrm>
            <a:custGeom>
              <a:avLst/>
              <a:gdLst/>
              <a:ahLst/>
              <a:cxnLst/>
              <a:rect l="l" t="t" r="r" b="b"/>
              <a:pathLst>
                <a:path w="18116" h="12830" extrusionOk="0">
                  <a:moveTo>
                    <a:pt x="18116" y="2773"/>
                  </a:moveTo>
                  <a:lnTo>
                    <a:pt x="18079" y="2810"/>
                  </a:lnTo>
                  <a:cubicBezTo>
                    <a:pt x="18079" y="2810"/>
                    <a:pt x="18042" y="2810"/>
                    <a:pt x="18042" y="2847"/>
                  </a:cubicBezTo>
                  <a:cubicBezTo>
                    <a:pt x="17931" y="2995"/>
                    <a:pt x="17820" y="3180"/>
                    <a:pt x="17635" y="3402"/>
                  </a:cubicBezTo>
                  <a:cubicBezTo>
                    <a:pt x="17302" y="3883"/>
                    <a:pt x="16859" y="4585"/>
                    <a:pt x="16378" y="5435"/>
                  </a:cubicBezTo>
                  <a:cubicBezTo>
                    <a:pt x="15417" y="7099"/>
                    <a:pt x="14345" y="9317"/>
                    <a:pt x="13864" y="11536"/>
                  </a:cubicBezTo>
                  <a:cubicBezTo>
                    <a:pt x="13827" y="11683"/>
                    <a:pt x="13827" y="11831"/>
                    <a:pt x="13790" y="11979"/>
                  </a:cubicBezTo>
                  <a:cubicBezTo>
                    <a:pt x="15232" y="11499"/>
                    <a:pt x="16526" y="10833"/>
                    <a:pt x="17598" y="10020"/>
                  </a:cubicBezTo>
                  <a:cubicBezTo>
                    <a:pt x="17820" y="6914"/>
                    <a:pt x="18005" y="4437"/>
                    <a:pt x="18116" y="2773"/>
                  </a:cubicBezTo>
                  <a:close/>
                  <a:moveTo>
                    <a:pt x="1553" y="1"/>
                  </a:moveTo>
                  <a:lnTo>
                    <a:pt x="1553" y="75"/>
                  </a:lnTo>
                  <a:cubicBezTo>
                    <a:pt x="1294" y="1184"/>
                    <a:pt x="998" y="2700"/>
                    <a:pt x="666" y="4437"/>
                  </a:cubicBezTo>
                  <a:cubicBezTo>
                    <a:pt x="444" y="5768"/>
                    <a:pt x="185" y="7247"/>
                    <a:pt x="0" y="8689"/>
                  </a:cubicBezTo>
                  <a:cubicBezTo>
                    <a:pt x="1516" y="10944"/>
                    <a:pt x="4104" y="12829"/>
                    <a:pt x="8503" y="12829"/>
                  </a:cubicBezTo>
                  <a:cubicBezTo>
                    <a:pt x="8799" y="12829"/>
                    <a:pt x="9132" y="12793"/>
                    <a:pt x="9465" y="12793"/>
                  </a:cubicBezTo>
                  <a:cubicBezTo>
                    <a:pt x="10796" y="12719"/>
                    <a:pt x="12016" y="12497"/>
                    <a:pt x="13125" y="12201"/>
                  </a:cubicBezTo>
                  <a:cubicBezTo>
                    <a:pt x="13162" y="11942"/>
                    <a:pt x="13236" y="11683"/>
                    <a:pt x="13273" y="11388"/>
                  </a:cubicBezTo>
                  <a:cubicBezTo>
                    <a:pt x="13975" y="8171"/>
                    <a:pt x="15897" y="4955"/>
                    <a:pt x="16933" y="3365"/>
                  </a:cubicBezTo>
                  <a:lnTo>
                    <a:pt x="16933" y="3365"/>
                  </a:lnTo>
                  <a:cubicBezTo>
                    <a:pt x="15676" y="3920"/>
                    <a:pt x="14234" y="4252"/>
                    <a:pt x="12644" y="4326"/>
                  </a:cubicBezTo>
                  <a:cubicBezTo>
                    <a:pt x="12348" y="4363"/>
                    <a:pt x="12053" y="4363"/>
                    <a:pt x="11757" y="4363"/>
                  </a:cubicBezTo>
                  <a:cubicBezTo>
                    <a:pt x="6655" y="4363"/>
                    <a:pt x="3512" y="2219"/>
                    <a:pt x="1553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9" name="Google Shape;1909;p37">
              <a:extLst>
                <a:ext uri="{FF2B5EF4-FFF2-40B4-BE49-F238E27FC236}">
                  <a16:creationId xmlns:a16="http://schemas.microsoft.com/office/drawing/2014/main" id="{CCE8145E-73F7-2263-A136-45106AFF0756}"/>
                </a:ext>
              </a:extLst>
            </p:cNvPr>
            <p:cNvSpPr/>
            <p:nvPr/>
          </p:nvSpPr>
          <p:spPr>
            <a:xfrm>
              <a:off x="5001825" y="2754200"/>
              <a:ext cx="510200" cy="748450"/>
            </a:xfrm>
            <a:custGeom>
              <a:avLst/>
              <a:gdLst/>
              <a:ahLst/>
              <a:cxnLst/>
              <a:rect l="l" t="t" r="r" b="b"/>
              <a:pathLst>
                <a:path w="20408" h="29938" extrusionOk="0">
                  <a:moveTo>
                    <a:pt x="3044" y="746"/>
                  </a:moveTo>
                  <a:lnTo>
                    <a:pt x="3044" y="746"/>
                  </a:lnTo>
                  <a:cubicBezTo>
                    <a:pt x="3908" y="1120"/>
                    <a:pt x="6406" y="2112"/>
                    <a:pt x="10722" y="3540"/>
                  </a:cubicBezTo>
                  <a:cubicBezTo>
                    <a:pt x="12089" y="4021"/>
                    <a:pt x="13383" y="4206"/>
                    <a:pt x="14493" y="4206"/>
                  </a:cubicBezTo>
                  <a:cubicBezTo>
                    <a:pt x="16987" y="4206"/>
                    <a:pt x="18742" y="3330"/>
                    <a:pt x="19532" y="2835"/>
                  </a:cubicBezTo>
                  <a:lnTo>
                    <a:pt x="19532" y="2835"/>
                  </a:lnTo>
                  <a:cubicBezTo>
                    <a:pt x="19537" y="3002"/>
                    <a:pt x="19546" y="3202"/>
                    <a:pt x="19558" y="3430"/>
                  </a:cubicBezTo>
                  <a:cubicBezTo>
                    <a:pt x="19631" y="5537"/>
                    <a:pt x="19779" y="10269"/>
                    <a:pt x="19779" y="13929"/>
                  </a:cubicBezTo>
                  <a:cubicBezTo>
                    <a:pt x="19779" y="16369"/>
                    <a:pt x="19521" y="19475"/>
                    <a:pt x="18374" y="22248"/>
                  </a:cubicBezTo>
                  <a:cubicBezTo>
                    <a:pt x="17191" y="25020"/>
                    <a:pt x="15195" y="27497"/>
                    <a:pt x="11720" y="28828"/>
                  </a:cubicBezTo>
                  <a:cubicBezTo>
                    <a:pt x="10759" y="29161"/>
                    <a:pt x="9908" y="29309"/>
                    <a:pt x="9095" y="29309"/>
                  </a:cubicBezTo>
                  <a:cubicBezTo>
                    <a:pt x="7764" y="29309"/>
                    <a:pt x="6581" y="28902"/>
                    <a:pt x="5546" y="28200"/>
                  </a:cubicBezTo>
                  <a:cubicBezTo>
                    <a:pt x="3993" y="27165"/>
                    <a:pt x="2736" y="25464"/>
                    <a:pt x="1886" y="23505"/>
                  </a:cubicBezTo>
                  <a:cubicBezTo>
                    <a:pt x="1072" y="21545"/>
                    <a:pt x="592" y="19327"/>
                    <a:pt x="592" y="17294"/>
                  </a:cubicBezTo>
                  <a:cubicBezTo>
                    <a:pt x="592" y="14188"/>
                    <a:pt x="1220" y="9936"/>
                    <a:pt x="1849" y="6498"/>
                  </a:cubicBezTo>
                  <a:cubicBezTo>
                    <a:pt x="2181" y="4761"/>
                    <a:pt x="2477" y="3245"/>
                    <a:pt x="2736" y="2136"/>
                  </a:cubicBezTo>
                  <a:cubicBezTo>
                    <a:pt x="2847" y="1581"/>
                    <a:pt x="2958" y="1174"/>
                    <a:pt x="3032" y="842"/>
                  </a:cubicBezTo>
                  <a:cubicBezTo>
                    <a:pt x="3036" y="808"/>
                    <a:pt x="3040" y="776"/>
                    <a:pt x="3044" y="746"/>
                  </a:cubicBezTo>
                  <a:close/>
                  <a:moveTo>
                    <a:pt x="2828" y="1"/>
                  </a:moveTo>
                  <a:cubicBezTo>
                    <a:pt x="2782" y="1"/>
                    <a:pt x="2736" y="10"/>
                    <a:pt x="2699" y="28"/>
                  </a:cubicBezTo>
                  <a:cubicBezTo>
                    <a:pt x="2588" y="65"/>
                    <a:pt x="2551" y="139"/>
                    <a:pt x="2514" y="250"/>
                  </a:cubicBezTo>
                  <a:cubicBezTo>
                    <a:pt x="2514" y="250"/>
                    <a:pt x="1886" y="2912"/>
                    <a:pt x="1257" y="6387"/>
                  </a:cubicBezTo>
                  <a:cubicBezTo>
                    <a:pt x="629" y="9862"/>
                    <a:pt x="0" y="14114"/>
                    <a:pt x="0" y="17294"/>
                  </a:cubicBezTo>
                  <a:cubicBezTo>
                    <a:pt x="0" y="20103"/>
                    <a:pt x="813" y="23246"/>
                    <a:pt x="2366" y="25686"/>
                  </a:cubicBezTo>
                  <a:cubicBezTo>
                    <a:pt x="3143" y="26906"/>
                    <a:pt x="4067" y="27978"/>
                    <a:pt x="5213" y="28718"/>
                  </a:cubicBezTo>
                  <a:cubicBezTo>
                    <a:pt x="6322" y="29494"/>
                    <a:pt x="7653" y="29938"/>
                    <a:pt x="9095" y="29938"/>
                  </a:cubicBezTo>
                  <a:cubicBezTo>
                    <a:pt x="9982" y="29938"/>
                    <a:pt x="10943" y="29753"/>
                    <a:pt x="11905" y="29383"/>
                  </a:cubicBezTo>
                  <a:cubicBezTo>
                    <a:pt x="15602" y="28015"/>
                    <a:pt x="17746" y="25390"/>
                    <a:pt x="18929" y="22469"/>
                  </a:cubicBezTo>
                  <a:cubicBezTo>
                    <a:pt x="20112" y="19586"/>
                    <a:pt x="20408" y="16406"/>
                    <a:pt x="20408" y="13929"/>
                  </a:cubicBezTo>
                  <a:cubicBezTo>
                    <a:pt x="20408" y="9012"/>
                    <a:pt x="20112" y="2283"/>
                    <a:pt x="20112" y="2283"/>
                  </a:cubicBezTo>
                  <a:cubicBezTo>
                    <a:pt x="20112" y="2136"/>
                    <a:pt x="20038" y="2062"/>
                    <a:pt x="19927" y="1988"/>
                  </a:cubicBezTo>
                  <a:cubicBezTo>
                    <a:pt x="19906" y="1977"/>
                    <a:pt x="19878" y="1972"/>
                    <a:pt x="19847" y="1972"/>
                  </a:cubicBezTo>
                  <a:cubicBezTo>
                    <a:pt x="19773" y="1972"/>
                    <a:pt x="19684" y="1999"/>
                    <a:pt x="19631" y="2025"/>
                  </a:cubicBezTo>
                  <a:lnTo>
                    <a:pt x="19594" y="2062"/>
                  </a:lnTo>
                  <a:cubicBezTo>
                    <a:pt x="19410" y="2210"/>
                    <a:pt x="17524" y="3577"/>
                    <a:pt x="14493" y="3577"/>
                  </a:cubicBezTo>
                  <a:cubicBezTo>
                    <a:pt x="13420" y="3577"/>
                    <a:pt x="12237" y="3393"/>
                    <a:pt x="10943" y="2986"/>
                  </a:cubicBezTo>
                  <a:cubicBezTo>
                    <a:pt x="8208" y="2062"/>
                    <a:pt x="6211" y="1322"/>
                    <a:pt x="4880" y="805"/>
                  </a:cubicBezTo>
                  <a:cubicBezTo>
                    <a:pt x="4215" y="583"/>
                    <a:pt x="3734" y="361"/>
                    <a:pt x="3438" y="250"/>
                  </a:cubicBezTo>
                  <a:cubicBezTo>
                    <a:pt x="3253" y="176"/>
                    <a:pt x="3143" y="102"/>
                    <a:pt x="3069" y="102"/>
                  </a:cubicBezTo>
                  <a:cubicBezTo>
                    <a:pt x="2995" y="65"/>
                    <a:pt x="2958" y="28"/>
                    <a:pt x="2958" y="28"/>
                  </a:cubicBezTo>
                  <a:cubicBezTo>
                    <a:pt x="2921" y="10"/>
                    <a:pt x="2875" y="1"/>
                    <a:pt x="28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37">
              <a:extLst>
                <a:ext uri="{FF2B5EF4-FFF2-40B4-BE49-F238E27FC236}">
                  <a16:creationId xmlns:a16="http://schemas.microsoft.com/office/drawing/2014/main" id="{1B24B096-E564-243B-DEBE-471CD3E7F250}"/>
                </a:ext>
              </a:extLst>
            </p:cNvPr>
            <p:cNvSpPr/>
            <p:nvPr/>
          </p:nvSpPr>
          <p:spPr>
            <a:xfrm>
              <a:off x="5354875" y="2859575"/>
              <a:ext cx="133125" cy="419400"/>
            </a:xfrm>
            <a:custGeom>
              <a:avLst/>
              <a:gdLst/>
              <a:ahLst/>
              <a:cxnLst/>
              <a:rect l="l" t="t" r="r" b="b"/>
              <a:pathLst>
                <a:path w="5325" h="16776" extrusionOk="0">
                  <a:moveTo>
                    <a:pt x="4991" y="0"/>
                  </a:moveTo>
                  <a:cubicBezTo>
                    <a:pt x="4895" y="0"/>
                    <a:pt x="4800" y="49"/>
                    <a:pt x="4733" y="139"/>
                  </a:cubicBezTo>
                  <a:cubicBezTo>
                    <a:pt x="4733" y="139"/>
                    <a:pt x="1332" y="4649"/>
                    <a:pt x="334" y="9234"/>
                  </a:cubicBezTo>
                  <a:cubicBezTo>
                    <a:pt x="112" y="10343"/>
                    <a:pt x="1" y="11341"/>
                    <a:pt x="1" y="12228"/>
                  </a:cubicBezTo>
                  <a:cubicBezTo>
                    <a:pt x="1" y="15001"/>
                    <a:pt x="925" y="16591"/>
                    <a:pt x="925" y="16628"/>
                  </a:cubicBezTo>
                  <a:cubicBezTo>
                    <a:pt x="999" y="16726"/>
                    <a:pt x="1106" y="16776"/>
                    <a:pt x="1213" y="16776"/>
                  </a:cubicBezTo>
                  <a:cubicBezTo>
                    <a:pt x="1266" y="16776"/>
                    <a:pt x="1319" y="16763"/>
                    <a:pt x="1369" y="16739"/>
                  </a:cubicBezTo>
                  <a:cubicBezTo>
                    <a:pt x="1517" y="16665"/>
                    <a:pt x="1554" y="16443"/>
                    <a:pt x="1480" y="16295"/>
                  </a:cubicBezTo>
                  <a:cubicBezTo>
                    <a:pt x="1369" y="16147"/>
                    <a:pt x="629" y="14705"/>
                    <a:pt x="629" y="12228"/>
                  </a:cubicBezTo>
                  <a:cubicBezTo>
                    <a:pt x="629" y="11378"/>
                    <a:pt x="703" y="10417"/>
                    <a:pt x="925" y="9382"/>
                  </a:cubicBezTo>
                  <a:cubicBezTo>
                    <a:pt x="1406" y="7163"/>
                    <a:pt x="2478" y="4945"/>
                    <a:pt x="3439" y="3281"/>
                  </a:cubicBezTo>
                  <a:cubicBezTo>
                    <a:pt x="3920" y="2431"/>
                    <a:pt x="4363" y="1729"/>
                    <a:pt x="4696" y="1248"/>
                  </a:cubicBezTo>
                  <a:cubicBezTo>
                    <a:pt x="4881" y="1026"/>
                    <a:pt x="4992" y="841"/>
                    <a:pt x="5103" y="693"/>
                  </a:cubicBezTo>
                  <a:cubicBezTo>
                    <a:pt x="5177" y="582"/>
                    <a:pt x="5251" y="509"/>
                    <a:pt x="5251" y="509"/>
                  </a:cubicBezTo>
                  <a:cubicBezTo>
                    <a:pt x="5325" y="361"/>
                    <a:pt x="5325" y="176"/>
                    <a:pt x="5177" y="65"/>
                  </a:cubicBezTo>
                  <a:cubicBezTo>
                    <a:pt x="5118" y="21"/>
                    <a:pt x="5054" y="0"/>
                    <a:pt x="49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37">
              <a:extLst>
                <a:ext uri="{FF2B5EF4-FFF2-40B4-BE49-F238E27FC236}">
                  <a16:creationId xmlns:a16="http://schemas.microsoft.com/office/drawing/2014/main" id="{23F40B38-1837-1D6C-C64D-0B4C4C5C5BC5}"/>
                </a:ext>
              </a:extLst>
            </p:cNvPr>
            <p:cNvSpPr/>
            <p:nvPr/>
          </p:nvSpPr>
          <p:spPr>
            <a:xfrm>
              <a:off x="3913950" y="2701900"/>
              <a:ext cx="2461350" cy="2225975"/>
            </a:xfrm>
            <a:custGeom>
              <a:avLst/>
              <a:gdLst/>
              <a:ahLst/>
              <a:cxnLst/>
              <a:rect l="l" t="t" r="r" b="b"/>
              <a:pathLst>
                <a:path w="98454" h="89039" extrusionOk="0">
                  <a:moveTo>
                    <a:pt x="45813" y="0"/>
                  </a:moveTo>
                  <a:cubicBezTo>
                    <a:pt x="45788" y="0"/>
                    <a:pt x="45770" y="13"/>
                    <a:pt x="45770" y="13"/>
                  </a:cubicBezTo>
                  <a:cubicBezTo>
                    <a:pt x="45770" y="13"/>
                    <a:pt x="18819" y="457"/>
                    <a:pt x="16859" y="567"/>
                  </a:cubicBezTo>
                  <a:cubicBezTo>
                    <a:pt x="14863" y="715"/>
                    <a:pt x="15713" y="14210"/>
                    <a:pt x="15713" y="33434"/>
                  </a:cubicBezTo>
                  <a:cubicBezTo>
                    <a:pt x="15713" y="51106"/>
                    <a:pt x="2219" y="83863"/>
                    <a:pt x="1" y="89038"/>
                  </a:cubicBezTo>
                  <a:lnTo>
                    <a:pt x="25584" y="89038"/>
                  </a:lnTo>
                  <a:cubicBezTo>
                    <a:pt x="26398" y="85489"/>
                    <a:pt x="30280" y="69259"/>
                    <a:pt x="33126" y="60423"/>
                  </a:cubicBezTo>
                  <a:cubicBezTo>
                    <a:pt x="36380" y="50441"/>
                    <a:pt x="40594" y="38093"/>
                    <a:pt x="41408" y="30625"/>
                  </a:cubicBezTo>
                  <a:cubicBezTo>
                    <a:pt x="42258" y="23194"/>
                    <a:pt x="45770" y="3377"/>
                    <a:pt x="45770" y="3377"/>
                  </a:cubicBezTo>
                  <a:cubicBezTo>
                    <a:pt x="46226" y="275"/>
                    <a:pt x="45932" y="0"/>
                    <a:pt x="45813" y="0"/>
                  </a:cubicBezTo>
                  <a:close/>
                  <a:moveTo>
                    <a:pt x="67668" y="1054"/>
                  </a:moveTo>
                  <a:cubicBezTo>
                    <a:pt x="63932" y="1054"/>
                    <a:pt x="63331" y="2426"/>
                    <a:pt x="63331" y="4375"/>
                  </a:cubicBezTo>
                  <a:cubicBezTo>
                    <a:pt x="63331" y="4375"/>
                    <a:pt x="62629" y="13211"/>
                    <a:pt x="61779" y="26854"/>
                  </a:cubicBezTo>
                  <a:cubicBezTo>
                    <a:pt x="60928" y="40459"/>
                    <a:pt x="57564" y="57059"/>
                    <a:pt x="53238" y="68150"/>
                  </a:cubicBezTo>
                  <a:cubicBezTo>
                    <a:pt x="48876" y="79241"/>
                    <a:pt x="49024" y="85970"/>
                    <a:pt x="49135" y="88077"/>
                  </a:cubicBezTo>
                  <a:cubicBezTo>
                    <a:pt x="49172" y="88447"/>
                    <a:pt x="49209" y="88780"/>
                    <a:pt x="49209" y="89038"/>
                  </a:cubicBezTo>
                  <a:lnTo>
                    <a:pt x="68766" y="89038"/>
                  </a:lnTo>
                  <a:cubicBezTo>
                    <a:pt x="68248" y="85896"/>
                    <a:pt x="67990" y="78465"/>
                    <a:pt x="72759" y="65451"/>
                  </a:cubicBezTo>
                  <a:cubicBezTo>
                    <a:pt x="72759" y="65451"/>
                    <a:pt x="72759" y="77134"/>
                    <a:pt x="73868" y="80498"/>
                  </a:cubicBezTo>
                  <a:cubicBezTo>
                    <a:pt x="74489" y="82381"/>
                    <a:pt x="74727" y="83383"/>
                    <a:pt x="75575" y="83383"/>
                  </a:cubicBezTo>
                  <a:cubicBezTo>
                    <a:pt x="76242" y="83383"/>
                    <a:pt x="77286" y="82762"/>
                    <a:pt x="79192" y="81459"/>
                  </a:cubicBezTo>
                  <a:cubicBezTo>
                    <a:pt x="83554" y="78539"/>
                    <a:pt x="98453" y="59425"/>
                    <a:pt x="98453" y="59425"/>
                  </a:cubicBezTo>
                  <a:lnTo>
                    <a:pt x="98453" y="53103"/>
                  </a:lnTo>
                  <a:cubicBezTo>
                    <a:pt x="98453" y="53103"/>
                    <a:pt x="92538" y="56615"/>
                    <a:pt x="88323" y="58722"/>
                  </a:cubicBezTo>
                  <a:cubicBezTo>
                    <a:pt x="87504" y="59132"/>
                    <a:pt x="86834" y="59335"/>
                    <a:pt x="86294" y="59335"/>
                  </a:cubicBezTo>
                  <a:cubicBezTo>
                    <a:pt x="84060" y="59335"/>
                    <a:pt x="84066" y="55855"/>
                    <a:pt x="84959" y="49184"/>
                  </a:cubicBezTo>
                  <a:cubicBezTo>
                    <a:pt x="86068" y="40903"/>
                    <a:pt x="95791" y="9440"/>
                    <a:pt x="95902" y="7185"/>
                  </a:cubicBezTo>
                  <a:cubicBezTo>
                    <a:pt x="96050" y="4930"/>
                    <a:pt x="79192" y="2564"/>
                    <a:pt x="71761" y="1418"/>
                  </a:cubicBezTo>
                  <a:cubicBezTo>
                    <a:pt x="70093" y="1169"/>
                    <a:pt x="68749" y="1054"/>
                    <a:pt x="67668" y="10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37">
              <a:extLst>
                <a:ext uri="{FF2B5EF4-FFF2-40B4-BE49-F238E27FC236}">
                  <a16:creationId xmlns:a16="http://schemas.microsoft.com/office/drawing/2014/main" id="{9DA8BC77-687E-C8D8-2CDE-BEE05B20AE89}"/>
                </a:ext>
              </a:extLst>
            </p:cNvPr>
            <p:cNvSpPr/>
            <p:nvPr/>
          </p:nvSpPr>
          <p:spPr>
            <a:xfrm>
              <a:off x="5139525" y="3731850"/>
              <a:ext cx="1235775" cy="1196025"/>
            </a:xfrm>
            <a:custGeom>
              <a:avLst/>
              <a:gdLst/>
              <a:ahLst/>
              <a:cxnLst/>
              <a:rect l="l" t="t" r="r" b="b"/>
              <a:pathLst>
                <a:path w="49431" h="47841" extrusionOk="0">
                  <a:moveTo>
                    <a:pt x="32276" y="0"/>
                  </a:moveTo>
                  <a:cubicBezTo>
                    <a:pt x="32276" y="0"/>
                    <a:pt x="14678" y="31388"/>
                    <a:pt x="5842" y="37969"/>
                  </a:cubicBezTo>
                  <a:cubicBezTo>
                    <a:pt x="3883" y="39448"/>
                    <a:pt x="1960" y="40779"/>
                    <a:pt x="259" y="42073"/>
                  </a:cubicBezTo>
                  <a:cubicBezTo>
                    <a:pt x="1" y="44402"/>
                    <a:pt x="75" y="46029"/>
                    <a:pt x="112" y="46879"/>
                  </a:cubicBezTo>
                  <a:cubicBezTo>
                    <a:pt x="149" y="47249"/>
                    <a:pt x="186" y="47582"/>
                    <a:pt x="186" y="47840"/>
                  </a:cubicBezTo>
                  <a:lnTo>
                    <a:pt x="19743" y="47840"/>
                  </a:lnTo>
                  <a:cubicBezTo>
                    <a:pt x="19225" y="44698"/>
                    <a:pt x="18967" y="37267"/>
                    <a:pt x="23736" y="24253"/>
                  </a:cubicBezTo>
                  <a:cubicBezTo>
                    <a:pt x="23736" y="24253"/>
                    <a:pt x="23736" y="35936"/>
                    <a:pt x="24845" y="39300"/>
                  </a:cubicBezTo>
                  <a:cubicBezTo>
                    <a:pt x="25466" y="41183"/>
                    <a:pt x="25704" y="42185"/>
                    <a:pt x="26552" y="42185"/>
                  </a:cubicBezTo>
                  <a:cubicBezTo>
                    <a:pt x="27219" y="42185"/>
                    <a:pt x="28263" y="41564"/>
                    <a:pt x="30169" y="40261"/>
                  </a:cubicBezTo>
                  <a:cubicBezTo>
                    <a:pt x="34531" y="37341"/>
                    <a:pt x="49430" y="18227"/>
                    <a:pt x="49430" y="18227"/>
                  </a:cubicBezTo>
                  <a:lnTo>
                    <a:pt x="49430" y="11905"/>
                  </a:lnTo>
                  <a:cubicBezTo>
                    <a:pt x="49430" y="11905"/>
                    <a:pt x="43515" y="15417"/>
                    <a:pt x="39300" y="17524"/>
                  </a:cubicBezTo>
                  <a:cubicBezTo>
                    <a:pt x="38481" y="17934"/>
                    <a:pt x="37811" y="18137"/>
                    <a:pt x="37271" y="18137"/>
                  </a:cubicBezTo>
                  <a:cubicBezTo>
                    <a:pt x="35037" y="18137"/>
                    <a:pt x="35043" y="14657"/>
                    <a:pt x="35936" y="7986"/>
                  </a:cubicBezTo>
                  <a:cubicBezTo>
                    <a:pt x="36158" y="6396"/>
                    <a:pt x="36676" y="3919"/>
                    <a:pt x="37415" y="962"/>
                  </a:cubicBezTo>
                  <a:lnTo>
                    <a:pt x="322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37">
              <a:extLst>
                <a:ext uri="{FF2B5EF4-FFF2-40B4-BE49-F238E27FC236}">
                  <a16:creationId xmlns:a16="http://schemas.microsoft.com/office/drawing/2014/main" id="{CC621BFF-4726-EB59-5EBF-7AA5B818824C}"/>
                </a:ext>
              </a:extLst>
            </p:cNvPr>
            <p:cNvSpPr/>
            <p:nvPr/>
          </p:nvSpPr>
          <p:spPr>
            <a:xfrm>
              <a:off x="3913950" y="3766050"/>
              <a:ext cx="429825" cy="1161825"/>
            </a:xfrm>
            <a:custGeom>
              <a:avLst/>
              <a:gdLst/>
              <a:ahLst/>
              <a:cxnLst/>
              <a:rect l="l" t="t" r="r" b="b"/>
              <a:pathLst>
                <a:path w="17193" h="46473" extrusionOk="0">
                  <a:moveTo>
                    <a:pt x="17192" y="0"/>
                  </a:moveTo>
                  <a:lnTo>
                    <a:pt x="13162" y="8097"/>
                  </a:lnTo>
                  <a:cubicBezTo>
                    <a:pt x="9095" y="24549"/>
                    <a:pt x="1590" y="42738"/>
                    <a:pt x="1" y="46472"/>
                  </a:cubicBezTo>
                  <a:lnTo>
                    <a:pt x="6101" y="46472"/>
                  </a:lnTo>
                  <a:lnTo>
                    <a:pt x="1719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37">
              <a:extLst>
                <a:ext uri="{FF2B5EF4-FFF2-40B4-BE49-F238E27FC236}">
                  <a16:creationId xmlns:a16="http://schemas.microsoft.com/office/drawing/2014/main" id="{77B955BC-84DC-6ACE-FE77-FEC03CD2E46E}"/>
                </a:ext>
              </a:extLst>
            </p:cNvPr>
            <p:cNvSpPr/>
            <p:nvPr/>
          </p:nvSpPr>
          <p:spPr>
            <a:xfrm>
              <a:off x="5142300" y="4519325"/>
              <a:ext cx="933525" cy="401150"/>
            </a:xfrm>
            <a:custGeom>
              <a:avLst/>
              <a:gdLst/>
              <a:ahLst/>
              <a:cxnLst/>
              <a:rect l="l" t="t" r="r" b="b"/>
              <a:pathLst>
                <a:path w="37341" h="16046" extrusionOk="0">
                  <a:moveTo>
                    <a:pt x="24142" y="777"/>
                  </a:moveTo>
                  <a:lnTo>
                    <a:pt x="24142" y="777"/>
                  </a:lnTo>
                  <a:cubicBezTo>
                    <a:pt x="24216" y="1886"/>
                    <a:pt x="24290" y="2995"/>
                    <a:pt x="24401" y="3993"/>
                  </a:cubicBezTo>
                  <a:cubicBezTo>
                    <a:pt x="24549" y="5546"/>
                    <a:pt x="24771" y="6914"/>
                    <a:pt x="25030" y="7690"/>
                  </a:cubicBezTo>
                  <a:cubicBezTo>
                    <a:pt x="25252" y="8430"/>
                    <a:pt x="25436" y="8984"/>
                    <a:pt x="25621" y="9428"/>
                  </a:cubicBezTo>
                  <a:cubicBezTo>
                    <a:pt x="25769" y="9872"/>
                    <a:pt x="25954" y="10167"/>
                    <a:pt x="26102" y="10278"/>
                  </a:cubicBezTo>
                  <a:cubicBezTo>
                    <a:pt x="26213" y="10352"/>
                    <a:pt x="26287" y="10389"/>
                    <a:pt x="26435" y="10389"/>
                  </a:cubicBezTo>
                  <a:lnTo>
                    <a:pt x="26472" y="10389"/>
                  </a:lnTo>
                  <a:cubicBezTo>
                    <a:pt x="26693" y="10389"/>
                    <a:pt x="27100" y="10241"/>
                    <a:pt x="27655" y="9945"/>
                  </a:cubicBezTo>
                  <a:cubicBezTo>
                    <a:pt x="28209" y="9650"/>
                    <a:pt x="28949" y="9169"/>
                    <a:pt x="29910" y="8541"/>
                  </a:cubicBezTo>
                  <a:cubicBezTo>
                    <a:pt x="30797" y="7912"/>
                    <a:pt x="32276" y="6507"/>
                    <a:pt x="33940" y="4696"/>
                  </a:cubicBezTo>
                  <a:cubicBezTo>
                    <a:pt x="35012" y="3550"/>
                    <a:pt x="36158" y="2256"/>
                    <a:pt x="37341" y="888"/>
                  </a:cubicBezTo>
                  <a:lnTo>
                    <a:pt x="24142" y="777"/>
                  </a:lnTo>
                  <a:close/>
                  <a:moveTo>
                    <a:pt x="11868" y="0"/>
                  </a:moveTo>
                  <a:cubicBezTo>
                    <a:pt x="9613" y="2847"/>
                    <a:pt x="7506" y="5176"/>
                    <a:pt x="5731" y="6470"/>
                  </a:cubicBezTo>
                  <a:cubicBezTo>
                    <a:pt x="3883" y="7875"/>
                    <a:pt x="2108" y="9132"/>
                    <a:pt x="481" y="10315"/>
                  </a:cubicBezTo>
                  <a:cubicBezTo>
                    <a:pt x="333" y="11757"/>
                    <a:pt x="259" y="12940"/>
                    <a:pt x="259" y="13827"/>
                  </a:cubicBezTo>
                  <a:cubicBezTo>
                    <a:pt x="259" y="14493"/>
                    <a:pt x="296" y="15010"/>
                    <a:pt x="333" y="15343"/>
                  </a:cubicBezTo>
                  <a:lnTo>
                    <a:pt x="1" y="15380"/>
                  </a:lnTo>
                  <a:lnTo>
                    <a:pt x="333" y="15380"/>
                  </a:lnTo>
                  <a:cubicBezTo>
                    <a:pt x="333" y="15602"/>
                    <a:pt x="370" y="15824"/>
                    <a:pt x="370" y="16046"/>
                  </a:cubicBezTo>
                  <a:lnTo>
                    <a:pt x="19299" y="16046"/>
                  </a:lnTo>
                  <a:cubicBezTo>
                    <a:pt x="19151" y="15195"/>
                    <a:pt x="19077" y="14086"/>
                    <a:pt x="19077" y="12681"/>
                  </a:cubicBezTo>
                  <a:cubicBezTo>
                    <a:pt x="19077" y="9872"/>
                    <a:pt x="19447" y="5953"/>
                    <a:pt x="20778" y="740"/>
                  </a:cubicBezTo>
                  <a:lnTo>
                    <a:pt x="13273" y="666"/>
                  </a:lnTo>
                  <a:cubicBezTo>
                    <a:pt x="12682" y="666"/>
                    <a:pt x="12201" y="407"/>
                    <a:pt x="118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5" name="Google Shape;1915;p37">
              <a:extLst>
                <a:ext uri="{FF2B5EF4-FFF2-40B4-BE49-F238E27FC236}">
                  <a16:creationId xmlns:a16="http://schemas.microsoft.com/office/drawing/2014/main" id="{7A705638-414C-BC40-F8AB-F3CC6EC76DE0}"/>
                </a:ext>
              </a:extLst>
            </p:cNvPr>
            <p:cNvSpPr/>
            <p:nvPr/>
          </p:nvSpPr>
          <p:spPr>
            <a:xfrm>
              <a:off x="3925975" y="4024850"/>
              <a:ext cx="355850" cy="895625"/>
            </a:xfrm>
            <a:custGeom>
              <a:avLst/>
              <a:gdLst/>
              <a:ahLst/>
              <a:cxnLst/>
              <a:rect l="l" t="t" r="r" b="b"/>
              <a:pathLst>
                <a:path w="14234" h="35825" extrusionOk="0">
                  <a:moveTo>
                    <a:pt x="14234" y="0"/>
                  </a:moveTo>
                  <a:lnTo>
                    <a:pt x="11498" y="8060"/>
                  </a:lnTo>
                  <a:lnTo>
                    <a:pt x="12348" y="7912"/>
                  </a:lnTo>
                  <a:lnTo>
                    <a:pt x="14234" y="0"/>
                  </a:lnTo>
                  <a:close/>
                  <a:moveTo>
                    <a:pt x="7727" y="27358"/>
                  </a:moveTo>
                  <a:lnTo>
                    <a:pt x="7727" y="27358"/>
                  </a:lnTo>
                  <a:cubicBezTo>
                    <a:pt x="5805" y="27913"/>
                    <a:pt x="4104" y="28394"/>
                    <a:pt x="2847" y="28726"/>
                  </a:cubicBezTo>
                  <a:cubicBezTo>
                    <a:pt x="1590" y="31980"/>
                    <a:pt x="555" y="34457"/>
                    <a:pt x="0" y="35825"/>
                  </a:cubicBezTo>
                  <a:lnTo>
                    <a:pt x="5694" y="35825"/>
                  </a:lnTo>
                  <a:lnTo>
                    <a:pt x="7727" y="2735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6" name="Google Shape;1916;p37">
              <a:extLst>
                <a:ext uri="{FF2B5EF4-FFF2-40B4-BE49-F238E27FC236}">
                  <a16:creationId xmlns:a16="http://schemas.microsoft.com/office/drawing/2014/main" id="{7264146A-6954-C628-30A2-D37EA1D89E5A}"/>
                </a:ext>
              </a:extLst>
            </p:cNvPr>
            <p:cNvSpPr/>
            <p:nvPr/>
          </p:nvSpPr>
          <p:spPr>
            <a:xfrm>
              <a:off x="3906550" y="2694575"/>
              <a:ext cx="2476150" cy="2241625"/>
            </a:xfrm>
            <a:custGeom>
              <a:avLst/>
              <a:gdLst/>
              <a:ahLst/>
              <a:cxnLst/>
              <a:rect l="l" t="t" r="r" b="b"/>
              <a:pathLst>
                <a:path w="99046" h="89665" extrusionOk="0">
                  <a:moveTo>
                    <a:pt x="25427" y="29501"/>
                  </a:moveTo>
                  <a:cubicBezTo>
                    <a:pt x="25333" y="29501"/>
                    <a:pt x="25243" y="29537"/>
                    <a:pt x="25178" y="29624"/>
                  </a:cubicBezTo>
                  <a:lnTo>
                    <a:pt x="20704" y="35502"/>
                  </a:lnTo>
                  <a:cubicBezTo>
                    <a:pt x="20594" y="35650"/>
                    <a:pt x="20594" y="35835"/>
                    <a:pt x="20741" y="35946"/>
                  </a:cubicBezTo>
                  <a:cubicBezTo>
                    <a:pt x="20803" y="35992"/>
                    <a:pt x="20872" y="36013"/>
                    <a:pt x="20939" y="36013"/>
                  </a:cubicBezTo>
                  <a:cubicBezTo>
                    <a:pt x="21031" y="36013"/>
                    <a:pt x="21121" y="35973"/>
                    <a:pt x="21185" y="35909"/>
                  </a:cubicBezTo>
                  <a:lnTo>
                    <a:pt x="25659" y="29993"/>
                  </a:lnTo>
                  <a:cubicBezTo>
                    <a:pt x="25769" y="29846"/>
                    <a:pt x="25732" y="29661"/>
                    <a:pt x="25622" y="29550"/>
                  </a:cubicBezTo>
                  <a:cubicBezTo>
                    <a:pt x="25560" y="29519"/>
                    <a:pt x="25493" y="29501"/>
                    <a:pt x="25427" y="29501"/>
                  </a:cubicBezTo>
                  <a:close/>
                  <a:moveTo>
                    <a:pt x="84879" y="20321"/>
                  </a:moveTo>
                  <a:cubicBezTo>
                    <a:pt x="84739" y="20321"/>
                    <a:pt x="84619" y="20421"/>
                    <a:pt x="84590" y="20566"/>
                  </a:cubicBezTo>
                  <a:lnTo>
                    <a:pt x="79044" y="41196"/>
                  </a:lnTo>
                  <a:cubicBezTo>
                    <a:pt x="79007" y="41343"/>
                    <a:pt x="79118" y="41528"/>
                    <a:pt x="79266" y="41565"/>
                  </a:cubicBezTo>
                  <a:cubicBezTo>
                    <a:pt x="79297" y="41571"/>
                    <a:pt x="79326" y="41574"/>
                    <a:pt x="79355" y="41574"/>
                  </a:cubicBezTo>
                  <a:cubicBezTo>
                    <a:pt x="79497" y="41574"/>
                    <a:pt x="79605" y="41497"/>
                    <a:pt x="79636" y="41343"/>
                  </a:cubicBezTo>
                  <a:lnTo>
                    <a:pt x="85181" y="20714"/>
                  </a:lnTo>
                  <a:cubicBezTo>
                    <a:pt x="85255" y="20529"/>
                    <a:pt x="85144" y="20381"/>
                    <a:pt x="84996" y="20344"/>
                  </a:cubicBezTo>
                  <a:cubicBezTo>
                    <a:pt x="84957" y="20328"/>
                    <a:pt x="84917" y="20321"/>
                    <a:pt x="84879" y="20321"/>
                  </a:cubicBezTo>
                  <a:close/>
                  <a:moveTo>
                    <a:pt x="45982" y="639"/>
                  </a:moveTo>
                  <a:cubicBezTo>
                    <a:pt x="46008" y="736"/>
                    <a:pt x="46029" y="896"/>
                    <a:pt x="46029" y="1119"/>
                  </a:cubicBezTo>
                  <a:cubicBezTo>
                    <a:pt x="46029" y="1600"/>
                    <a:pt x="45955" y="2376"/>
                    <a:pt x="45771" y="3633"/>
                  </a:cubicBezTo>
                  <a:cubicBezTo>
                    <a:pt x="45771" y="3633"/>
                    <a:pt x="42258" y="23413"/>
                    <a:pt x="41408" y="30881"/>
                  </a:cubicBezTo>
                  <a:cubicBezTo>
                    <a:pt x="40595" y="38275"/>
                    <a:pt x="36380" y="50623"/>
                    <a:pt x="33127" y="60605"/>
                  </a:cubicBezTo>
                  <a:cubicBezTo>
                    <a:pt x="30343" y="69280"/>
                    <a:pt x="26571" y="84987"/>
                    <a:pt x="25644" y="89036"/>
                  </a:cubicBezTo>
                  <a:lnTo>
                    <a:pt x="779" y="89036"/>
                  </a:lnTo>
                  <a:cubicBezTo>
                    <a:pt x="2092" y="85905"/>
                    <a:pt x="5803" y="76838"/>
                    <a:pt x="9281" y="66336"/>
                  </a:cubicBezTo>
                  <a:cubicBezTo>
                    <a:pt x="12941" y="55244"/>
                    <a:pt x="16305" y="42637"/>
                    <a:pt x="16342" y="33727"/>
                  </a:cubicBezTo>
                  <a:cubicBezTo>
                    <a:pt x="16342" y="24854"/>
                    <a:pt x="16157" y="17202"/>
                    <a:pt x="16157" y="11545"/>
                  </a:cubicBezTo>
                  <a:cubicBezTo>
                    <a:pt x="16157" y="8218"/>
                    <a:pt x="16194" y="5593"/>
                    <a:pt x="16416" y="3781"/>
                  </a:cubicBezTo>
                  <a:cubicBezTo>
                    <a:pt x="16490" y="2894"/>
                    <a:pt x="16638" y="2191"/>
                    <a:pt x="16786" y="1748"/>
                  </a:cubicBezTo>
                  <a:cubicBezTo>
                    <a:pt x="16860" y="1526"/>
                    <a:pt x="16933" y="1378"/>
                    <a:pt x="17007" y="1267"/>
                  </a:cubicBezTo>
                  <a:cubicBezTo>
                    <a:pt x="17081" y="1193"/>
                    <a:pt x="17118" y="1193"/>
                    <a:pt x="17155" y="1193"/>
                  </a:cubicBezTo>
                  <a:cubicBezTo>
                    <a:pt x="17636" y="1156"/>
                    <a:pt x="19706" y="1082"/>
                    <a:pt x="22516" y="1045"/>
                  </a:cubicBezTo>
                  <a:cubicBezTo>
                    <a:pt x="26694" y="934"/>
                    <a:pt x="32609" y="860"/>
                    <a:pt x="37452" y="750"/>
                  </a:cubicBezTo>
                  <a:cubicBezTo>
                    <a:pt x="39855" y="713"/>
                    <a:pt x="42036" y="676"/>
                    <a:pt x="43589" y="676"/>
                  </a:cubicBezTo>
                  <a:cubicBezTo>
                    <a:pt x="44869" y="645"/>
                    <a:pt x="45721" y="640"/>
                    <a:pt x="45982" y="639"/>
                  </a:cubicBezTo>
                  <a:close/>
                  <a:moveTo>
                    <a:pt x="67916" y="1637"/>
                  </a:moveTo>
                  <a:cubicBezTo>
                    <a:pt x="68988" y="1637"/>
                    <a:pt x="70319" y="1785"/>
                    <a:pt x="72020" y="2007"/>
                  </a:cubicBezTo>
                  <a:cubicBezTo>
                    <a:pt x="75717" y="2598"/>
                    <a:pt x="81743" y="3448"/>
                    <a:pt x="86845" y="4484"/>
                  </a:cubicBezTo>
                  <a:cubicBezTo>
                    <a:pt x="89396" y="4964"/>
                    <a:pt x="91725" y="5519"/>
                    <a:pt x="93389" y="6073"/>
                  </a:cubicBezTo>
                  <a:cubicBezTo>
                    <a:pt x="94202" y="6332"/>
                    <a:pt x="94867" y="6591"/>
                    <a:pt x="95311" y="6887"/>
                  </a:cubicBezTo>
                  <a:cubicBezTo>
                    <a:pt x="95533" y="6998"/>
                    <a:pt x="95681" y="7109"/>
                    <a:pt x="95792" y="7219"/>
                  </a:cubicBezTo>
                  <a:cubicBezTo>
                    <a:pt x="95903" y="7330"/>
                    <a:pt x="95903" y="7404"/>
                    <a:pt x="95903" y="7441"/>
                  </a:cubicBezTo>
                  <a:cubicBezTo>
                    <a:pt x="95903" y="7552"/>
                    <a:pt x="95866" y="7811"/>
                    <a:pt x="95792" y="8144"/>
                  </a:cubicBezTo>
                  <a:cubicBezTo>
                    <a:pt x="95200" y="10806"/>
                    <a:pt x="92760" y="19198"/>
                    <a:pt x="90320" y="27849"/>
                  </a:cubicBezTo>
                  <a:cubicBezTo>
                    <a:pt x="87880" y="36537"/>
                    <a:pt x="85477" y="45484"/>
                    <a:pt x="84959" y="49440"/>
                  </a:cubicBezTo>
                  <a:cubicBezTo>
                    <a:pt x="84590" y="52028"/>
                    <a:pt x="84368" y="54135"/>
                    <a:pt x="84368" y="55762"/>
                  </a:cubicBezTo>
                  <a:cubicBezTo>
                    <a:pt x="84368" y="57056"/>
                    <a:pt x="84516" y="58054"/>
                    <a:pt x="84848" y="58794"/>
                  </a:cubicBezTo>
                  <a:cubicBezTo>
                    <a:pt x="85033" y="59163"/>
                    <a:pt x="85255" y="59459"/>
                    <a:pt x="85551" y="59644"/>
                  </a:cubicBezTo>
                  <a:cubicBezTo>
                    <a:pt x="85847" y="59829"/>
                    <a:pt x="86216" y="59940"/>
                    <a:pt x="86586" y="59940"/>
                  </a:cubicBezTo>
                  <a:cubicBezTo>
                    <a:pt x="87215" y="59940"/>
                    <a:pt x="87917" y="59718"/>
                    <a:pt x="88767" y="59311"/>
                  </a:cubicBezTo>
                  <a:cubicBezTo>
                    <a:pt x="92261" y="57533"/>
                    <a:pt x="96924" y="54816"/>
                    <a:pt x="98417" y="53938"/>
                  </a:cubicBezTo>
                  <a:lnTo>
                    <a:pt x="98417" y="53938"/>
                  </a:lnTo>
                  <a:lnTo>
                    <a:pt x="98417" y="59631"/>
                  </a:lnTo>
                  <a:lnTo>
                    <a:pt x="98417" y="59631"/>
                  </a:lnTo>
                  <a:cubicBezTo>
                    <a:pt x="98320" y="59757"/>
                    <a:pt x="98132" y="60003"/>
                    <a:pt x="97862" y="60346"/>
                  </a:cubicBezTo>
                  <a:cubicBezTo>
                    <a:pt x="96383" y="62195"/>
                    <a:pt x="92686" y="66853"/>
                    <a:pt x="88878" y="71364"/>
                  </a:cubicBezTo>
                  <a:cubicBezTo>
                    <a:pt x="86993" y="73619"/>
                    <a:pt x="85070" y="75874"/>
                    <a:pt x="83370" y="77686"/>
                  </a:cubicBezTo>
                  <a:cubicBezTo>
                    <a:pt x="81706" y="79497"/>
                    <a:pt x="80227" y="80902"/>
                    <a:pt x="79340" y="81531"/>
                  </a:cubicBezTo>
                  <a:cubicBezTo>
                    <a:pt x="78379" y="82159"/>
                    <a:pt x="77639" y="82640"/>
                    <a:pt x="77085" y="82935"/>
                  </a:cubicBezTo>
                  <a:cubicBezTo>
                    <a:pt x="76493" y="83268"/>
                    <a:pt x="76123" y="83379"/>
                    <a:pt x="75865" y="83379"/>
                  </a:cubicBezTo>
                  <a:cubicBezTo>
                    <a:pt x="75717" y="83379"/>
                    <a:pt x="75643" y="83342"/>
                    <a:pt x="75532" y="83268"/>
                  </a:cubicBezTo>
                  <a:cubicBezTo>
                    <a:pt x="75384" y="83157"/>
                    <a:pt x="75199" y="82862"/>
                    <a:pt x="75051" y="82418"/>
                  </a:cubicBezTo>
                  <a:cubicBezTo>
                    <a:pt x="74866" y="81974"/>
                    <a:pt x="74682" y="81420"/>
                    <a:pt x="74460" y="80680"/>
                  </a:cubicBezTo>
                  <a:cubicBezTo>
                    <a:pt x="74201" y="79904"/>
                    <a:pt x="73979" y="78536"/>
                    <a:pt x="73831" y="76983"/>
                  </a:cubicBezTo>
                  <a:cubicBezTo>
                    <a:pt x="73572" y="74654"/>
                    <a:pt x="73461" y="71844"/>
                    <a:pt x="73388" y="69626"/>
                  </a:cubicBezTo>
                  <a:cubicBezTo>
                    <a:pt x="73388" y="68517"/>
                    <a:pt x="73351" y="67556"/>
                    <a:pt x="73351" y="66853"/>
                  </a:cubicBezTo>
                  <a:cubicBezTo>
                    <a:pt x="73351" y="66151"/>
                    <a:pt x="73351" y="65744"/>
                    <a:pt x="73351" y="65744"/>
                  </a:cubicBezTo>
                  <a:cubicBezTo>
                    <a:pt x="73351" y="65596"/>
                    <a:pt x="73240" y="65485"/>
                    <a:pt x="73092" y="65448"/>
                  </a:cubicBezTo>
                  <a:cubicBezTo>
                    <a:pt x="72944" y="65448"/>
                    <a:pt x="72796" y="65522"/>
                    <a:pt x="72759" y="65670"/>
                  </a:cubicBezTo>
                  <a:cubicBezTo>
                    <a:pt x="72750" y="65695"/>
                    <a:pt x="72741" y="65719"/>
                    <a:pt x="72732" y="65744"/>
                  </a:cubicBezTo>
                  <a:lnTo>
                    <a:pt x="72722" y="65744"/>
                  </a:lnTo>
                  <a:cubicBezTo>
                    <a:pt x="72722" y="65746"/>
                    <a:pt x="72722" y="65755"/>
                    <a:pt x="72722" y="65771"/>
                  </a:cubicBezTo>
                  <a:lnTo>
                    <a:pt x="72722" y="65771"/>
                  </a:lnTo>
                  <a:cubicBezTo>
                    <a:pt x="69315" y="75070"/>
                    <a:pt x="68507" y="81545"/>
                    <a:pt x="68507" y="85671"/>
                  </a:cubicBezTo>
                  <a:cubicBezTo>
                    <a:pt x="68507" y="87058"/>
                    <a:pt x="68592" y="88163"/>
                    <a:pt x="68711" y="89036"/>
                  </a:cubicBezTo>
                  <a:lnTo>
                    <a:pt x="49802" y="89036"/>
                  </a:lnTo>
                  <a:cubicBezTo>
                    <a:pt x="49780" y="88832"/>
                    <a:pt x="49763" y="88618"/>
                    <a:pt x="49763" y="88370"/>
                  </a:cubicBezTo>
                  <a:lnTo>
                    <a:pt x="49431" y="88370"/>
                  </a:lnTo>
                  <a:lnTo>
                    <a:pt x="49763" y="88333"/>
                  </a:lnTo>
                  <a:cubicBezTo>
                    <a:pt x="49726" y="88000"/>
                    <a:pt x="49689" y="87483"/>
                    <a:pt x="49689" y="86817"/>
                  </a:cubicBezTo>
                  <a:cubicBezTo>
                    <a:pt x="49689" y="83786"/>
                    <a:pt x="50244" y="77649"/>
                    <a:pt x="53793" y="68554"/>
                  </a:cubicBezTo>
                  <a:cubicBezTo>
                    <a:pt x="58156" y="57389"/>
                    <a:pt x="61557" y="40826"/>
                    <a:pt x="62407" y="27147"/>
                  </a:cubicBezTo>
                  <a:cubicBezTo>
                    <a:pt x="62814" y="20344"/>
                    <a:pt x="63184" y="14725"/>
                    <a:pt x="63479" y="10806"/>
                  </a:cubicBezTo>
                  <a:cubicBezTo>
                    <a:pt x="63627" y="8846"/>
                    <a:pt x="63738" y="7330"/>
                    <a:pt x="63812" y="6295"/>
                  </a:cubicBezTo>
                  <a:cubicBezTo>
                    <a:pt x="63886" y="5260"/>
                    <a:pt x="63923" y="4705"/>
                    <a:pt x="63923" y="4705"/>
                  </a:cubicBezTo>
                  <a:lnTo>
                    <a:pt x="63923" y="4668"/>
                  </a:lnTo>
                  <a:cubicBezTo>
                    <a:pt x="63923" y="4188"/>
                    <a:pt x="63960" y="3781"/>
                    <a:pt x="64071" y="3411"/>
                  </a:cubicBezTo>
                  <a:cubicBezTo>
                    <a:pt x="64219" y="2857"/>
                    <a:pt x="64515" y="2450"/>
                    <a:pt x="65069" y="2154"/>
                  </a:cubicBezTo>
                  <a:cubicBezTo>
                    <a:pt x="65661" y="1859"/>
                    <a:pt x="66548" y="1637"/>
                    <a:pt x="67916" y="1637"/>
                  </a:cubicBezTo>
                  <a:close/>
                  <a:moveTo>
                    <a:pt x="46167" y="0"/>
                  </a:moveTo>
                  <a:cubicBezTo>
                    <a:pt x="46146" y="0"/>
                    <a:pt x="46124" y="3"/>
                    <a:pt x="46103" y="10"/>
                  </a:cubicBezTo>
                  <a:cubicBezTo>
                    <a:pt x="46090" y="10"/>
                    <a:pt x="46078" y="11"/>
                    <a:pt x="46066" y="12"/>
                  </a:cubicBezTo>
                  <a:lnTo>
                    <a:pt x="46066" y="12"/>
                  </a:lnTo>
                  <a:lnTo>
                    <a:pt x="46066" y="10"/>
                  </a:lnTo>
                  <a:cubicBezTo>
                    <a:pt x="46066" y="10"/>
                    <a:pt x="39338" y="121"/>
                    <a:pt x="32350" y="232"/>
                  </a:cubicBezTo>
                  <a:cubicBezTo>
                    <a:pt x="28838" y="306"/>
                    <a:pt x="25289" y="380"/>
                    <a:pt x="22479" y="417"/>
                  </a:cubicBezTo>
                  <a:cubicBezTo>
                    <a:pt x="19669" y="491"/>
                    <a:pt x="17636" y="528"/>
                    <a:pt x="17118" y="565"/>
                  </a:cubicBezTo>
                  <a:cubicBezTo>
                    <a:pt x="16896" y="602"/>
                    <a:pt x="16675" y="713"/>
                    <a:pt x="16564" y="897"/>
                  </a:cubicBezTo>
                  <a:cubicBezTo>
                    <a:pt x="16305" y="1193"/>
                    <a:pt x="16157" y="1637"/>
                    <a:pt x="16009" y="2228"/>
                  </a:cubicBezTo>
                  <a:cubicBezTo>
                    <a:pt x="15639" y="3966"/>
                    <a:pt x="15529" y="7182"/>
                    <a:pt x="15529" y="11545"/>
                  </a:cubicBezTo>
                  <a:cubicBezTo>
                    <a:pt x="15529" y="17202"/>
                    <a:pt x="15713" y="24854"/>
                    <a:pt x="15713" y="33727"/>
                  </a:cubicBezTo>
                  <a:cubicBezTo>
                    <a:pt x="15713" y="42490"/>
                    <a:pt x="12349" y="55097"/>
                    <a:pt x="8689" y="66114"/>
                  </a:cubicBezTo>
                  <a:cubicBezTo>
                    <a:pt x="5029" y="77168"/>
                    <a:pt x="1110" y="86633"/>
                    <a:pt x="38" y="89220"/>
                  </a:cubicBezTo>
                  <a:cubicBezTo>
                    <a:pt x="1" y="89331"/>
                    <a:pt x="1" y="89442"/>
                    <a:pt x="38" y="89516"/>
                  </a:cubicBezTo>
                  <a:cubicBezTo>
                    <a:pt x="112" y="89590"/>
                    <a:pt x="223" y="89664"/>
                    <a:pt x="297" y="89664"/>
                  </a:cubicBezTo>
                  <a:lnTo>
                    <a:pt x="25880" y="89664"/>
                  </a:lnTo>
                  <a:cubicBezTo>
                    <a:pt x="26028" y="89664"/>
                    <a:pt x="26139" y="89553"/>
                    <a:pt x="26176" y="89405"/>
                  </a:cubicBezTo>
                  <a:cubicBezTo>
                    <a:pt x="26989" y="85856"/>
                    <a:pt x="30871" y="69626"/>
                    <a:pt x="33718" y="60790"/>
                  </a:cubicBezTo>
                  <a:cubicBezTo>
                    <a:pt x="36972" y="50845"/>
                    <a:pt x="41186" y="38460"/>
                    <a:pt x="42036" y="30955"/>
                  </a:cubicBezTo>
                  <a:cubicBezTo>
                    <a:pt x="42443" y="27258"/>
                    <a:pt x="43515" y="20455"/>
                    <a:pt x="44514" y="14577"/>
                  </a:cubicBezTo>
                  <a:cubicBezTo>
                    <a:pt x="44994" y="11619"/>
                    <a:pt x="45475" y="8920"/>
                    <a:pt x="45807" y="6961"/>
                  </a:cubicBezTo>
                  <a:cubicBezTo>
                    <a:pt x="45992" y="5962"/>
                    <a:pt x="46140" y="5149"/>
                    <a:pt x="46214" y="4595"/>
                  </a:cubicBezTo>
                  <a:cubicBezTo>
                    <a:pt x="46325" y="4040"/>
                    <a:pt x="46362" y="3744"/>
                    <a:pt x="46362" y="3744"/>
                  </a:cubicBezTo>
                  <a:cubicBezTo>
                    <a:pt x="46584" y="2450"/>
                    <a:pt x="46621" y="1637"/>
                    <a:pt x="46621" y="1119"/>
                  </a:cubicBezTo>
                  <a:cubicBezTo>
                    <a:pt x="46621" y="750"/>
                    <a:pt x="46584" y="528"/>
                    <a:pt x="46547" y="343"/>
                  </a:cubicBezTo>
                  <a:cubicBezTo>
                    <a:pt x="46510" y="232"/>
                    <a:pt x="46473" y="158"/>
                    <a:pt x="46399" y="84"/>
                  </a:cubicBezTo>
                  <a:cubicBezTo>
                    <a:pt x="46339" y="54"/>
                    <a:pt x="46255" y="0"/>
                    <a:pt x="46167" y="0"/>
                  </a:cubicBezTo>
                  <a:close/>
                  <a:moveTo>
                    <a:pt x="67916" y="1045"/>
                  </a:moveTo>
                  <a:cubicBezTo>
                    <a:pt x="66030" y="1045"/>
                    <a:pt x="64884" y="1378"/>
                    <a:pt x="64182" y="2044"/>
                  </a:cubicBezTo>
                  <a:cubicBezTo>
                    <a:pt x="63812" y="2376"/>
                    <a:pt x="63590" y="2783"/>
                    <a:pt x="63479" y="3227"/>
                  </a:cubicBezTo>
                  <a:cubicBezTo>
                    <a:pt x="63371" y="3660"/>
                    <a:pt x="63333" y="4128"/>
                    <a:pt x="63332" y="4632"/>
                  </a:cubicBezTo>
                  <a:lnTo>
                    <a:pt x="63332" y="4632"/>
                  </a:lnTo>
                  <a:lnTo>
                    <a:pt x="63332" y="4631"/>
                  </a:lnTo>
                  <a:cubicBezTo>
                    <a:pt x="63332" y="4631"/>
                    <a:pt x="62629" y="13504"/>
                    <a:pt x="61779" y="27110"/>
                  </a:cubicBezTo>
                  <a:cubicBezTo>
                    <a:pt x="60928" y="40715"/>
                    <a:pt x="57564" y="57278"/>
                    <a:pt x="53239" y="68332"/>
                  </a:cubicBezTo>
                  <a:cubicBezTo>
                    <a:pt x="49615" y="77464"/>
                    <a:pt x="49098" y="83712"/>
                    <a:pt x="49098" y="86817"/>
                  </a:cubicBezTo>
                  <a:cubicBezTo>
                    <a:pt x="49098" y="87483"/>
                    <a:pt x="49098" y="88000"/>
                    <a:pt x="49135" y="88407"/>
                  </a:cubicBezTo>
                  <a:cubicBezTo>
                    <a:pt x="49172" y="88777"/>
                    <a:pt x="49172" y="89073"/>
                    <a:pt x="49209" y="89368"/>
                  </a:cubicBezTo>
                  <a:cubicBezTo>
                    <a:pt x="49209" y="89516"/>
                    <a:pt x="49357" y="89664"/>
                    <a:pt x="49505" y="89664"/>
                  </a:cubicBezTo>
                  <a:lnTo>
                    <a:pt x="69062" y="89664"/>
                  </a:lnTo>
                  <a:cubicBezTo>
                    <a:pt x="69173" y="89664"/>
                    <a:pt x="69247" y="89627"/>
                    <a:pt x="69321" y="89553"/>
                  </a:cubicBezTo>
                  <a:cubicBezTo>
                    <a:pt x="69358" y="89479"/>
                    <a:pt x="69395" y="89405"/>
                    <a:pt x="69395" y="89294"/>
                  </a:cubicBezTo>
                  <a:cubicBezTo>
                    <a:pt x="69247" y="88444"/>
                    <a:pt x="69099" y="87224"/>
                    <a:pt x="69099" y="85671"/>
                  </a:cubicBezTo>
                  <a:cubicBezTo>
                    <a:pt x="69099" y="81879"/>
                    <a:pt x="69819" y="75960"/>
                    <a:pt x="72738" y="67481"/>
                  </a:cubicBezTo>
                  <a:lnTo>
                    <a:pt x="72738" y="67481"/>
                  </a:lnTo>
                  <a:cubicBezTo>
                    <a:pt x="72756" y="68639"/>
                    <a:pt x="72793" y="70268"/>
                    <a:pt x="72870" y="72029"/>
                  </a:cubicBezTo>
                  <a:cubicBezTo>
                    <a:pt x="72944" y="73693"/>
                    <a:pt x="73055" y="75467"/>
                    <a:pt x="73203" y="77057"/>
                  </a:cubicBezTo>
                  <a:cubicBezTo>
                    <a:pt x="73351" y="78610"/>
                    <a:pt x="73572" y="79978"/>
                    <a:pt x="73868" y="80902"/>
                  </a:cubicBezTo>
                  <a:cubicBezTo>
                    <a:pt x="74201" y="81826"/>
                    <a:pt x="74386" y="82566"/>
                    <a:pt x="74645" y="83083"/>
                  </a:cubicBezTo>
                  <a:cubicBezTo>
                    <a:pt x="74792" y="83342"/>
                    <a:pt x="74940" y="83564"/>
                    <a:pt x="75125" y="83749"/>
                  </a:cubicBezTo>
                  <a:cubicBezTo>
                    <a:pt x="75347" y="83897"/>
                    <a:pt x="75606" y="84008"/>
                    <a:pt x="75865" y="84008"/>
                  </a:cubicBezTo>
                  <a:cubicBezTo>
                    <a:pt x="76308" y="83971"/>
                    <a:pt x="76752" y="83823"/>
                    <a:pt x="77380" y="83490"/>
                  </a:cubicBezTo>
                  <a:cubicBezTo>
                    <a:pt x="77972" y="83157"/>
                    <a:pt x="78711" y="82677"/>
                    <a:pt x="79673" y="82011"/>
                  </a:cubicBezTo>
                  <a:cubicBezTo>
                    <a:pt x="80819" y="81235"/>
                    <a:pt x="82556" y="79497"/>
                    <a:pt x="84553" y="77279"/>
                  </a:cubicBezTo>
                  <a:cubicBezTo>
                    <a:pt x="90616" y="70661"/>
                    <a:pt x="98971" y="59903"/>
                    <a:pt x="98971" y="59903"/>
                  </a:cubicBezTo>
                  <a:cubicBezTo>
                    <a:pt x="99008" y="59866"/>
                    <a:pt x="99045" y="59792"/>
                    <a:pt x="99045" y="59718"/>
                  </a:cubicBezTo>
                  <a:lnTo>
                    <a:pt x="99045" y="53396"/>
                  </a:lnTo>
                  <a:cubicBezTo>
                    <a:pt x="99045" y="53285"/>
                    <a:pt x="98971" y="53174"/>
                    <a:pt x="98897" y="53137"/>
                  </a:cubicBezTo>
                  <a:cubicBezTo>
                    <a:pt x="98842" y="53100"/>
                    <a:pt x="98786" y="53082"/>
                    <a:pt x="98731" y="53082"/>
                  </a:cubicBezTo>
                  <a:cubicBezTo>
                    <a:pt x="98675" y="53082"/>
                    <a:pt x="98620" y="53100"/>
                    <a:pt x="98565" y="53137"/>
                  </a:cubicBezTo>
                  <a:cubicBezTo>
                    <a:pt x="98565" y="53137"/>
                    <a:pt x="98232" y="53359"/>
                    <a:pt x="97603" y="53729"/>
                  </a:cubicBezTo>
                  <a:cubicBezTo>
                    <a:pt x="95755" y="54801"/>
                    <a:pt x="91651" y="57167"/>
                    <a:pt x="88472" y="58757"/>
                  </a:cubicBezTo>
                  <a:cubicBezTo>
                    <a:pt x="87695" y="59126"/>
                    <a:pt x="87067" y="59311"/>
                    <a:pt x="86586" y="59311"/>
                  </a:cubicBezTo>
                  <a:cubicBezTo>
                    <a:pt x="86290" y="59311"/>
                    <a:pt x="86068" y="59237"/>
                    <a:pt x="85884" y="59126"/>
                  </a:cubicBezTo>
                  <a:cubicBezTo>
                    <a:pt x="85625" y="58941"/>
                    <a:pt x="85403" y="58609"/>
                    <a:pt x="85218" y="58017"/>
                  </a:cubicBezTo>
                  <a:cubicBezTo>
                    <a:pt x="85070" y="57463"/>
                    <a:pt x="84996" y="56723"/>
                    <a:pt x="84996" y="55762"/>
                  </a:cubicBezTo>
                  <a:cubicBezTo>
                    <a:pt x="84996" y="54172"/>
                    <a:pt x="85218" y="52102"/>
                    <a:pt x="85551" y="49514"/>
                  </a:cubicBezTo>
                  <a:cubicBezTo>
                    <a:pt x="86105" y="45410"/>
                    <a:pt x="88804" y="35465"/>
                    <a:pt x="91392" y="26296"/>
                  </a:cubicBezTo>
                  <a:cubicBezTo>
                    <a:pt x="92686" y="21712"/>
                    <a:pt x="93943" y="17312"/>
                    <a:pt x="94904" y="13911"/>
                  </a:cubicBezTo>
                  <a:cubicBezTo>
                    <a:pt x="95385" y="12210"/>
                    <a:pt x="95755" y="10769"/>
                    <a:pt x="96051" y="9660"/>
                  </a:cubicBezTo>
                  <a:cubicBezTo>
                    <a:pt x="96198" y="9105"/>
                    <a:pt x="96309" y="8661"/>
                    <a:pt x="96383" y="8292"/>
                  </a:cubicBezTo>
                  <a:cubicBezTo>
                    <a:pt x="96457" y="7922"/>
                    <a:pt x="96494" y="7663"/>
                    <a:pt x="96531" y="7478"/>
                  </a:cubicBezTo>
                  <a:lnTo>
                    <a:pt x="96531" y="7441"/>
                  </a:lnTo>
                  <a:cubicBezTo>
                    <a:pt x="96531" y="7219"/>
                    <a:pt x="96420" y="6998"/>
                    <a:pt x="96235" y="6813"/>
                  </a:cubicBezTo>
                  <a:cubicBezTo>
                    <a:pt x="95977" y="6480"/>
                    <a:pt x="95496" y="6221"/>
                    <a:pt x="94867" y="5962"/>
                  </a:cubicBezTo>
                  <a:cubicBezTo>
                    <a:pt x="92686" y="5001"/>
                    <a:pt x="88545" y="4114"/>
                    <a:pt x="84146" y="3338"/>
                  </a:cubicBezTo>
                  <a:cubicBezTo>
                    <a:pt x="79746" y="2561"/>
                    <a:pt x="75125" y="1859"/>
                    <a:pt x="72094" y="1415"/>
                  </a:cubicBezTo>
                  <a:cubicBezTo>
                    <a:pt x="70393" y="1156"/>
                    <a:pt x="69025" y="1045"/>
                    <a:pt x="67916" y="10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7" name="Google Shape;1917;p37">
              <a:extLst>
                <a:ext uri="{FF2B5EF4-FFF2-40B4-BE49-F238E27FC236}">
                  <a16:creationId xmlns:a16="http://schemas.microsoft.com/office/drawing/2014/main" id="{62AFCF56-5633-F8A8-1635-E9FA91929F20}"/>
                </a:ext>
              </a:extLst>
            </p:cNvPr>
            <p:cNvSpPr/>
            <p:nvPr/>
          </p:nvSpPr>
          <p:spPr>
            <a:xfrm>
              <a:off x="4643200" y="2691125"/>
              <a:ext cx="389150" cy="1764450"/>
            </a:xfrm>
            <a:custGeom>
              <a:avLst/>
              <a:gdLst/>
              <a:ahLst/>
              <a:cxnLst/>
              <a:rect l="l" t="t" r="r" b="b"/>
              <a:pathLst>
                <a:path w="15566" h="70578" extrusionOk="0">
                  <a:moveTo>
                    <a:pt x="15189" y="0"/>
                  </a:moveTo>
                  <a:cubicBezTo>
                    <a:pt x="15084" y="0"/>
                    <a:pt x="14986" y="50"/>
                    <a:pt x="14937" y="148"/>
                  </a:cubicBezTo>
                  <a:lnTo>
                    <a:pt x="3845" y="20112"/>
                  </a:lnTo>
                  <a:cubicBezTo>
                    <a:pt x="3771" y="20223"/>
                    <a:pt x="3771" y="20334"/>
                    <a:pt x="3845" y="20445"/>
                  </a:cubicBezTo>
                  <a:lnTo>
                    <a:pt x="8171" y="26360"/>
                  </a:lnTo>
                  <a:lnTo>
                    <a:pt x="3217" y="29836"/>
                  </a:lnTo>
                  <a:cubicBezTo>
                    <a:pt x="3143" y="29873"/>
                    <a:pt x="3106" y="29984"/>
                    <a:pt x="3106" y="30057"/>
                  </a:cubicBezTo>
                  <a:lnTo>
                    <a:pt x="0" y="70245"/>
                  </a:lnTo>
                  <a:cubicBezTo>
                    <a:pt x="0" y="70393"/>
                    <a:pt x="111" y="70540"/>
                    <a:pt x="296" y="70577"/>
                  </a:cubicBezTo>
                  <a:cubicBezTo>
                    <a:pt x="444" y="70577"/>
                    <a:pt x="592" y="70429"/>
                    <a:pt x="629" y="70282"/>
                  </a:cubicBezTo>
                  <a:lnTo>
                    <a:pt x="3698" y="30242"/>
                  </a:lnTo>
                  <a:lnTo>
                    <a:pt x="8763" y="26693"/>
                  </a:lnTo>
                  <a:cubicBezTo>
                    <a:pt x="8836" y="26656"/>
                    <a:pt x="8910" y="26582"/>
                    <a:pt x="8910" y="26471"/>
                  </a:cubicBezTo>
                  <a:cubicBezTo>
                    <a:pt x="8910" y="26397"/>
                    <a:pt x="8910" y="26323"/>
                    <a:pt x="8836" y="26249"/>
                  </a:cubicBezTo>
                  <a:lnTo>
                    <a:pt x="4474" y="20223"/>
                  </a:lnTo>
                  <a:lnTo>
                    <a:pt x="15454" y="444"/>
                  </a:lnTo>
                  <a:cubicBezTo>
                    <a:pt x="15565" y="296"/>
                    <a:pt x="15491" y="111"/>
                    <a:pt x="15343" y="37"/>
                  </a:cubicBezTo>
                  <a:cubicBezTo>
                    <a:pt x="15294" y="13"/>
                    <a:pt x="15241" y="0"/>
                    <a:pt x="151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8" name="Google Shape;1918;p37">
              <a:extLst>
                <a:ext uri="{FF2B5EF4-FFF2-40B4-BE49-F238E27FC236}">
                  <a16:creationId xmlns:a16="http://schemas.microsoft.com/office/drawing/2014/main" id="{AA676928-DD3E-8A46-6846-2965E8FF223C}"/>
                </a:ext>
              </a:extLst>
            </p:cNvPr>
            <p:cNvSpPr/>
            <p:nvPr/>
          </p:nvSpPr>
          <p:spPr>
            <a:xfrm>
              <a:off x="5353025" y="2758425"/>
              <a:ext cx="360500" cy="1559225"/>
            </a:xfrm>
            <a:custGeom>
              <a:avLst/>
              <a:gdLst/>
              <a:ahLst/>
              <a:cxnLst/>
              <a:rect l="l" t="t" r="r" b="b"/>
              <a:pathLst>
                <a:path w="14420" h="62369" extrusionOk="0">
                  <a:moveTo>
                    <a:pt x="9892" y="0"/>
                  </a:moveTo>
                  <a:cubicBezTo>
                    <a:pt x="9873" y="0"/>
                    <a:pt x="9854" y="2"/>
                    <a:pt x="9835" y="7"/>
                  </a:cubicBezTo>
                  <a:cubicBezTo>
                    <a:pt x="9650" y="7"/>
                    <a:pt x="9539" y="192"/>
                    <a:pt x="9576" y="340"/>
                  </a:cubicBezTo>
                  <a:lnTo>
                    <a:pt x="12941" y="20637"/>
                  </a:lnTo>
                  <a:lnTo>
                    <a:pt x="8393" y="24112"/>
                  </a:lnTo>
                  <a:cubicBezTo>
                    <a:pt x="8356" y="24186"/>
                    <a:pt x="8282" y="24260"/>
                    <a:pt x="8282" y="24334"/>
                  </a:cubicBezTo>
                  <a:cubicBezTo>
                    <a:pt x="8282" y="24445"/>
                    <a:pt x="8319" y="24519"/>
                    <a:pt x="8393" y="24593"/>
                  </a:cubicBezTo>
                  <a:lnTo>
                    <a:pt x="13717" y="29399"/>
                  </a:lnTo>
                  <a:lnTo>
                    <a:pt x="75" y="61933"/>
                  </a:lnTo>
                  <a:cubicBezTo>
                    <a:pt x="1" y="62081"/>
                    <a:pt x="75" y="62266"/>
                    <a:pt x="223" y="62340"/>
                  </a:cubicBezTo>
                  <a:cubicBezTo>
                    <a:pt x="262" y="62360"/>
                    <a:pt x="305" y="62369"/>
                    <a:pt x="347" y="62369"/>
                  </a:cubicBezTo>
                  <a:cubicBezTo>
                    <a:pt x="462" y="62369"/>
                    <a:pt x="575" y="62300"/>
                    <a:pt x="629" y="62192"/>
                  </a:cubicBezTo>
                  <a:lnTo>
                    <a:pt x="14382" y="29436"/>
                  </a:lnTo>
                  <a:cubicBezTo>
                    <a:pt x="14419" y="29325"/>
                    <a:pt x="14419" y="29177"/>
                    <a:pt x="14309" y="29103"/>
                  </a:cubicBezTo>
                  <a:lnTo>
                    <a:pt x="9096" y="24371"/>
                  </a:lnTo>
                  <a:lnTo>
                    <a:pt x="13458" y="21043"/>
                  </a:lnTo>
                  <a:cubicBezTo>
                    <a:pt x="13569" y="20970"/>
                    <a:pt x="13606" y="20859"/>
                    <a:pt x="13569" y="20748"/>
                  </a:cubicBezTo>
                  <a:lnTo>
                    <a:pt x="10168" y="266"/>
                  </a:lnTo>
                  <a:cubicBezTo>
                    <a:pt x="10136" y="105"/>
                    <a:pt x="10019" y="0"/>
                    <a:pt x="98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9" name="Google Shape;1919;p37">
              <a:extLst>
                <a:ext uri="{FF2B5EF4-FFF2-40B4-BE49-F238E27FC236}">
                  <a16:creationId xmlns:a16="http://schemas.microsoft.com/office/drawing/2014/main" id="{0E0DB342-1004-786D-1D26-8CA4E41C2236}"/>
                </a:ext>
              </a:extLst>
            </p:cNvPr>
            <p:cNvSpPr/>
            <p:nvPr/>
          </p:nvSpPr>
          <p:spPr>
            <a:xfrm>
              <a:off x="4686650" y="3654175"/>
              <a:ext cx="1109125" cy="736700"/>
            </a:xfrm>
            <a:custGeom>
              <a:avLst/>
              <a:gdLst/>
              <a:ahLst/>
              <a:cxnLst/>
              <a:rect l="l" t="t" r="r" b="b"/>
              <a:pathLst>
                <a:path w="44365" h="29468" extrusionOk="0">
                  <a:moveTo>
                    <a:pt x="25076" y="0"/>
                  </a:moveTo>
                  <a:cubicBezTo>
                    <a:pt x="23741" y="0"/>
                    <a:pt x="16385" y="10267"/>
                    <a:pt x="12200" y="13755"/>
                  </a:cubicBezTo>
                  <a:cubicBezTo>
                    <a:pt x="7986" y="17267"/>
                    <a:pt x="813" y="20225"/>
                    <a:pt x="813" y="20225"/>
                  </a:cubicBezTo>
                  <a:lnTo>
                    <a:pt x="0" y="29467"/>
                  </a:lnTo>
                  <a:lnTo>
                    <a:pt x="12053" y="19227"/>
                  </a:lnTo>
                  <a:lnTo>
                    <a:pt x="13605" y="19227"/>
                  </a:lnTo>
                  <a:cubicBezTo>
                    <a:pt x="15158" y="19227"/>
                    <a:pt x="18115" y="17120"/>
                    <a:pt x="18116" y="17119"/>
                  </a:cubicBezTo>
                  <a:lnTo>
                    <a:pt x="18116" y="17119"/>
                  </a:lnTo>
                  <a:cubicBezTo>
                    <a:pt x="18115" y="17119"/>
                    <a:pt x="17265" y="17970"/>
                    <a:pt x="16822" y="18376"/>
                  </a:cubicBezTo>
                  <a:cubicBezTo>
                    <a:pt x="16415" y="18820"/>
                    <a:pt x="16267" y="20225"/>
                    <a:pt x="16970" y="20336"/>
                  </a:cubicBezTo>
                  <a:cubicBezTo>
                    <a:pt x="17012" y="20345"/>
                    <a:pt x="17060" y="20349"/>
                    <a:pt x="17114" y="20349"/>
                  </a:cubicBezTo>
                  <a:cubicBezTo>
                    <a:pt x="17949" y="20349"/>
                    <a:pt x="20131" y="19298"/>
                    <a:pt x="23292" y="18117"/>
                  </a:cubicBezTo>
                  <a:cubicBezTo>
                    <a:pt x="26656" y="16860"/>
                    <a:pt x="31573" y="13459"/>
                    <a:pt x="32275" y="12757"/>
                  </a:cubicBezTo>
                  <a:cubicBezTo>
                    <a:pt x="32978" y="12054"/>
                    <a:pt x="28616" y="6435"/>
                    <a:pt x="28615" y="6435"/>
                  </a:cubicBezTo>
                  <a:lnTo>
                    <a:pt x="28615" y="6435"/>
                  </a:lnTo>
                  <a:cubicBezTo>
                    <a:pt x="28616" y="6435"/>
                    <a:pt x="36638" y="10649"/>
                    <a:pt x="39596" y="10649"/>
                  </a:cubicBezTo>
                  <a:cubicBezTo>
                    <a:pt x="42553" y="10649"/>
                    <a:pt x="44069" y="9836"/>
                    <a:pt x="44217" y="8986"/>
                  </a:cubicBezTo>
                  <a:cubicBezTo>
                    <a:pt x="44365" y="8135"/>
                    <a:pt x="41555" y="8135"/>
                    <a:pt x="37747" y="6878"/>
                  </a:cubicBezTo>
                  <a:cubicBezTo>
                    <a:pt x="33976" y="5621"/>
                    <a:pt x="26397" y="113"/>
                    <a:pt x="25103" y="2"/>
                  </a:cubicBezTo>
                  <a:cubicBezTo>
                    <a:pt x="25094" y="1"/>
                    <a:pt x="25085" y="0"/>
                    <a:pt x="25076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0" name="Google Shape;1920;p37">
              <a:extLst>
                <a:ext uri="{FF2B5EF4-FFF2-40B4-BE49-F238E27FC236}">
                  <a16:creationId xmlns:a16="http://schemas.microsoft.com/office/drawing/2014/main" id="{9363BA74-EDC3-93C6-0CE9-6C78241D2BF7}"/>
                </a:ext>
              </a:extLst>
            </p:cNvPr>
            <p:cNvSpPr/>
            <p:nvPr/>
          </p:nvSpPr>
          <p:spPr>
            <a:xfrm>
              <a:off x="5364125" y="3758650"/>
              <a:ext cx="397450" cy="161775"/>
            </a:xfrm>
            <a:custGeom>
              <a:avLst/>
              <a:gdLst/>
              <a:ahLst/>
              <a:cxnLst/>
              <a:rect l="l" t="t" r="r" b="b"/>
              <a:pathLst>
                <a:path w="15898" h="6471" extrusionOk="0">
                  <a:moveTo>
                    <a:pt x="1" y="0"/>
                  </a:moveTo>
                  <a:lnTo>
                    <a:pt x="1516" y="2256"/>
                  </a:lnTo>
                  <a:cubicBezTo>
                    <a:pt x="1516" y="2256"/>
                    <a:pt x="9539" y="6470"/>
                    <a:pt x="12497" y="6470"/>
                  </a:cubicBezTo>
                  <a:cubicBezTo>
                    <a:pt x="13975" y="6470"/>
                    <a:pt x="15122" y="6285"/>
                    <a:pt x="15898" y="5953"/>
                  </a:cubicBezTo>
                  <a:lnTo>
                    <a:pt x="15750" y="5916"/>
                  </a:lnTo>
                  <a:cubicBezTo>
                    <a:pt x="9133" y="5472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1" name="Google Shape;1921;p37">
              <a:extLst>
                <a:ext uri="{FF2B5EF4-FFF2-40B4-BE49-F238E27FC236}">
                  <a16:creationId xmlns:a16="http://schemas.microsoft.com/office/drawing/2014/main" id="{3C942D63-F666-F7B4-66FA-972D6813F60D}"/>
                </a:ext>
              </a:extLst>
            </p:cNvPr>
            <p:cNvSpPr/>
            <p:nvPr/>
          </p:nvSpPr>
          <p:spPr>
            <a:xfrm>
              <a:off x="4686650" y="3815025"/>
              <a:ext cx="824450" cy="575850"/>
            </a:xfrm>
            <a:custGeom>
              <a:avLst/>
              <a:gdLst/>
              <a:ahLst/>
              <a:cxnLst/>
              <a:rect l="l" t="t" r="r" b="b"/>
              <a:pathLst>
                <a:path w="32978" h="23034" extrusionOk="0">
                  <a:moveTo>
                    <a:pt x="28615" y="1"/>
                  </a:moveTo>
                  <a:lnTo>
                    <a:pt x="28615" y="1"/>
                  </a:lnTo>
                  <a:cubicBezTo>
                    <a:pt x="28615" y="1"/>
                    <a:pt x="29613" y="4363"/>
                    <a:pt x="28467" y="5287"/>
                  </a:cubicBezTo>
                  <a:cubicBezTo>
                    <a:pt x="28269" y="5446"/>
                    <a:pt x="28046" y="5512"/>
                    <a:pt x="27815" y="5512"/>
                  </a:cubicBezTo>
                  <a:cubicBezTo>
                    <a:pt x="26756" y="5512"/>
                    <a:pt x="25510" y="4142"/>
                    <a:pt x="25510" y="4141"/>
                  </a:cubicBezTo>
                  <a:lnTo>
                    <a:pt x="25510" y="4141"/>
                  </a:lnTo>
                  <a:cubicBezTo>
                    <a:pt x="25510" y="4142"/>
                    <a:pt x="25990" y="8689"/>
                    <a:pt x="24623" y="8911"/>
                  </a:cubicBezTo>
                  <a:cubicBezTo>
                    <a:pt x="24504" y="8933"/>
                    <a:pt x="24382" y="8943"/>
                    <a:pt x="24259" y="8943"/>
                  </a:cubicBezTo>
                  <a:cubicBezTo>
                    <a:pt x="22949" y="8943"/>
                    <a:pt x="21406" y="7801"/>
                    <a:pt x="21406" y="7801"/>
                  </a:cubicBezTo>
                  <a:cubicBezTo>
                    <a:pt x="21406" y="7801"/>
                    <a:pt x="21406" y="10759"/>
                    <a:pt x="20038" y="10759"/>
                  </a:cubicBezTo>
                  <a:cubicBezTo>
                    <a:pt x="18670" y="10759"/>
                    <a:pt x="16637" y="6397"/>
                    <a:pt x="16637" y="6397"/>
                  </a:cubicBezTo>
                  <a:lnTo>
                    <a:pt x="16637" y="6397"/>
                  </a:lnTo>
                  <a:cubicBezTo>
                    <a:pt x="16637" y="6397"/>
                    <a:pt x="17117" y="8578"/>
                    <a:pt x="15713" y="10057"/>
                  </a:cubicBezTo>
                  <a:cubicBezTo>
                    <a:pt x="14744" y="11077"/>
                    <a:pt x="13159" y="11235"/>
                    <a:pt x="12269" y="11235"/>
                  </a:cubicBezTo>
                  <a:cubicBezTo>
                    <a:pt x="11869" y="11235"/>
                    <a:pt x="11609" y="11203"/>
                    <a:pt x="11609" y="11203"/>
                  </a:cubicBezTo>
                  <a:lnTo>
                    <a:pt x="887" y="18967"/>
                  </a:lnTo>
                  <a:lnTo>
                    <a:pt x="296" y="19669"/>
                  </a:lnTo>
                  <a:lnTo>
                    <a:pt x="0" y="23033"/>
                  </a:lnTo>
                  <a:lnTo>
                    <a:pt x="0" y="23033"/>
                  </a:lnTo>
                  <a:lnTo>
                    <a:pt x="12053" y="12793"/>
                  </a:lnTo>
                  <a:lnTo>
                    <a:pt x="13605" y="12793"/>
                  </a:lnTo>
                  <a:cubicBezTo>
                    <a:pt x="15158" y="12793"/>
                    <a:pt x="18115" y="10686"/>
                    <a:pt x="18116" y="10685"/>
                  </a:cubicBezTo>
                  <a:lnTo>
                    <a:pt x="18116" y="10685"/>
                  </a:lnTo>
                  <a:cubicBezTo>
                    <a:pt x="18115" y="10685"/>
                    <a:pt x="17265" y="11536"/>
                    <a:pt x="16822" y="11942"/>
                  </a:cubicBezTo>
                  <a:cubicBezTo>
                    <a:pt x="16415" y="12386"/>
                    <a:pt x="16267" y="13791"/>
                    <a:pt x="16970" y="13902"/>
                  </a:cubicBezTo>
                  <a:cubicBezTo>
                    <a:pt x="17012" y="13911"/>
                    <a:pt x="17060" y="13915"/>
                    <a:pt x="17114" y="13915"/>
                  </a:cubicBezTo>
                  <a:cubicBezTo>
                    <a:pt x="17949" y="13915"/>
                    <a:pt x="20131" y="12864"/>
                    <a:pt x="23292" y="11683"/>
                  </a:cubicBezTo>
                  <a:cubicBezTo>
                    <a:pt x="26656" y="10426"/>
                    <a:pt x="31573" y="7025"/>
                    <a:pt x="32275" y="6323"/>
                  </a:cubicBezTo>
                  <a:cubicBezTo>
                    <a:pt x="32978" y="5620"/>
                    <a:pt x="28616" y="1"/>
                    <a:pt x="2861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2" name="Google Shape;1922;p37">
              <a:extLst>
                <a:ext uri="{FF2B5EF4-FFF2-40B4-BE49-F238E27FC236}">
                  <a16:creationId xmlns:a16="http://schemas.microsoft.com/office/drawing/2014/main" id="{70E056FA-4C98-3927-DD9D-24560363CA38}"/>
                </a:ext>
              </a:extLst>
            </p:cNvPr>
            <p:cNvSpPr/>
            <p:nvPr/>
          </p:nvSpPr>
          <p:spPr>
            <a:xfrm>
              <a:off x="5364125" y="3758650"/>
              <a:ext cx="329075" cy="154375"/>
            </a:xfrm>
            <a:custGeom>
              <a:avLst/>
              <a:gdLst/>
              <a:ahLst/>
              <a:cxnLst/>
              <a:rect l="l" t="t" r="r" b="b"/>
              <a:pathLst>
                <a:path w="13163" h="6175" extrusionOk="0">
                  <a:moveTo>
                    <a:pt x="1" y="0"/>
                  </a:moveTo>
                  <a:lnTo>
                    <a:pt x="1368" y="1997"/>
                  </a:lnTo>
                  <a:cubicBezTo>
                    <a:pt x="1405" y="1997"/>
                    <a:pt x="1479" y="1960"/>
                    <a:pt x="1516" y="1960"/>
                  </a:cubicBezTo>
                  <a:cubicBezTo>
                    <a:pt x="1590" y="1960"/>
                    <a:pt x="1627" y="1960"/>
                    <a:pt x="1664" y="1997"/>
                  </a:cubicBezTo>
                  <a:cubicBezTo>
                    <a:pt x="1664" y="1997"/>
                    <a:pt x="1960" y="2145"/>
                    <a:pt x="2441" y="2404"/>
                  </a:cubicBezTo>
                  <a:cubicBezTo>
                    <a:pt x="2921" y="2625"/>
                    <a:pt x="3587" y="2958"/>
                    <a:pt x="4363" y="3328"/>
                  </a:cubicBezTo>
                  <a:cubicBezTo>
                    <a:pt x="5916" y="4067"/>
                    <a:pt x="7912" y="4955"/>
                    <a:pt x="9613" y="5546"/>
                  </a:cubicBezTo>
                  <a:cubicBezTo>
                    <a:pt x="10759" y="5916"/>
                    <a:pt x="11794" y="6175"/>
                    <a:pt x="12497" y="6175"/>
                  </a:cubicBezTo>
                  <a:lnTo>
                    <a:pt x="12866" y="6175"/>
                  </a:lnTo>
                  <a:lnTo>
                    <a:pt x="13162" y="5546"/>
                  </a:lnTo>
                  <a:cubicBezTo>
                    <a:pt x="6988" y="4178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3" name="Google Shape;1923;p37">
              <a:extLst>
                <a:ext uri="{FF2B5EF4-FFF2-40B4-BE49-F238E27FC236}">
                  <a16:creationId xmlns:a16="http://schemas.microsoft.com/office/drawing/2014/main" id="{4EE7F6E8-489E-5D9C-2440-39C3C6E8E4AC}"/>
                </a:ext>
              </a:extLst>
            </p:cNvPr>
            <p:cNvSpPr/>
            <p:nvPr/>
          </p:nvSpPr>
          <p:spPr>
            <a:xfrm>
              <a:off x="4747650" y="3832600"/>
              <a:ext cx="740350" cy="496350"/>
            </a:xfrm>
            <a:custGeom>
              <a:avLst/>
              <a:gdLst/>
              <a:ahLst/>
              <a:cxnLst/>
              <a:rect l="l" t="t" r="r" b="b"/>
              <a:pathLst>
                <a:path w="29614" h="19854" extrusionOk="0">
                  <a:moveTo>
                    <a:pt x="26323" y="0"/>
                  </a:moveTo>
                  <a:lnTo>
                    <a:pt x="26323" y="0"/>
                  </a:lnTo>
                  <a:cubicBezTo>
                    <a:pt x="26434" y="666"/>
                    <a:pt x="26582" y="1664"/>
                    <a:pt x="26582" y="2588"/>
                  </a:cubicBezTo>
                  <a:cubicBezTo>
                    <a:pt x="26582" y="3438"/>
                    <a:pt x="26471" y="4252"/>
                    <a:pt x="26027" y="4584"/>
                  </a:cubicBezTo>
                  <a:cubicBezTo>
                    <a:pt x="25843" y="4732"/>
                    <a:pt x="25621" y="4806"/>
                    <a:pt x="25362" y="4806"/>
                  </a:cubicBezTo>
                  <a:cubicBezTo>
                    <a:pt x="24290" y="4806"/>
                    <a:pt x="23070" y="3439"/>
                    <a:pt x="23070" y="3438"/>
                  </a:cubicBezTo>
                  <a:lnTo>
                    <a:pt x="23070" y="3438"/>
                  </a:lnTo>
                  <a:cubicBezTo>
                    <a:pt x="23070" y="3439"/>
                    <a:pt x="23144" y="4141"/>
                    <a:pt x="23144" y="5028"/>
                  </a:cubicBezTo>
                  <a:cubicBezTo>
                    <a:pt x="23144" y="6396"/>
                    <a:pt x="22996" y="8097"/>
                    <a:pt x="22183" y="8208"/>
                  </a:cubicBezTo>
                  <a:cubicBezTo>
                    <a:pt x="22072" y="8245"/>
                    <a:pt x="21961" y="8245"/>
                    <a:pt x="21850" y="8245"/>
                  </a:cubicBezTo>
                  <a:cubicBezTo>
                    <a:pt x="20519" y="8245"/>
                    <a:pt x="18966" y="7098"/>
                    <a:pt x="18966" y="7098"/>
                  </a:cubicBezTo>
                  <a:cubicBezTo>
                    <a:pt x="18966" y="7098"/>
                    <a:pt x="18966" y="10056"/>
                    <a:pt x="17598" y="10056"/>
                  </a:cubicBezTo>
                  <a:cubicBezTo>
                    <a:pt x="16230" y="10056"/>
                    <a:pt x="14197" y="5694"/>
                    <a:pt x="14197" y="5694"/>
                  </a:cubicBezTo>
                  <a:lnTo>
                    <a:pt x="14197" y="5694"/>
                  </a:lnTo>
                  <a:cubicBezTo>
                    <a:pt x="14197" y="5694"/>
                    <a:pt x="14271" y="6100"/>
                    <a:pt x="14271" y="6618"/>
                  </a:cubicBezTo>
                  <a:cubicBezTo>
                    <a:pt x="14271" y="7394"/>
                    <a:pt x="14086" y="8503"/>
                    <a:pt x="13273" y="9354"/>
                  </a:cubicBezTo>
                  <a:cubicBezTo>
                    <a:pt x="12311" y="10389"/>
                    <a:pt x="10722" y="10537"/>
                    <a:pt x="9834" y="10537"/>
                  </a:cubicBezTo>
                  <a:cubicBezTo>
                    <a:pt x="9428" y="10537"/>
                    <a:pt x="9169" y="10500"/>
                    <a:pt x="9169" y="10500"/>
                  </a:cubicBezTo>
                  <a:lnTo>
                    <a:pt x="370" y="16859"/>
                  </a:lnTo>
                  <a:lnTo>
                    <a:pt x="0" y="19853"/>
                  </a:lnTo>
                  <a:lnTo>
                    <a:pt x="9428" y="11868"/>
                  </a:lnTo>
                  <a:cubicBezTo>
                    <a:pt x="9465" y="11794"/>
                    <a:pt x="9539" y="11794"/>
                    <a:pt x="9613" y="11794"/>
                  </a:cubicBezTo>
                  <a:lnTo>
                    <a:pt x="11165" y="11794"/>
                  </a:lnTo>
                  <a:cubicBezTo>
                    <a:pt x="11461" y="11794"/>
                    <a:pt x="11831" y="11683"/>
                    <a:pt x="12237" y="11535"/>
                  </a:cubicBezTo>
                  <a:cubicBezTo>
                    <a:pt x="12644" y="11387"/>
                    <a:pt x="13088" y="11202"/>
                    <a:pt x="13494" y="10980"/>
                  </a:cubicBezTo>
                  <a:cubicBezTo>
                    <a:pt x="14308" y="10537"/>
                    <a:pt x="15084" y="10019"/>
                    <a:pt x="15343" y="9834"/>
                  </a:cubicBezTo>
                  <a:cubicBezTo>
                    <a:pt x="15454" y="9760"/>
                    <a:pt x="15491" y="9723"/>
                    <a:pt x="15491" y="9723"/>
                  </a:cubicBezTo>
                  <a:cubicBezTo>
                    <a:pt x="15528" y="9686"/>
                    <a:pt x="15602" y="9686"/>
                    <a:pt x="15676" y="9686"/>
                  </a:cubicBezTo>
                  <a:cubicBezTo>
                    <a:pt x="15750" y="9686"/>
                    <a:pt x="15824" y="9723"/>
                    <a:pt x="15898" y="9797"/>
                  </a:cubicBezTo>
                  <a:cubicBezTo>
                    <a:pt x="16008" y="9908"/>
                    <a:pt x="15971" y="10093"/>
                    <a:pt x="15861" y="10204"/>
                  </a:cubicBezTo>
                  <a:cubicBezTo>
                    <a:pt x="15861" y="10204"/>
                    <a:pt x="15047" y="11054"/>
                    <a:pt x="14604" y="11461"/>
                  </a:cubicBezTo>
                  <a:cubicBezTo>
                    <a:pt x="14567" y="11535"/>
                    <a:pt x="14493" y="11646"/>
                    <a:pt x="14419" y="11794"/>
                  </a:cubicBezTo>
                  <a:cubicBezTo>
                    <a:pt x="14382" y="11979"/>
                    <a:pt x="14345" y="12163"/>
                    <a:pt x="14345" y="12348"/>
                  </a:cubicBezTo>
                  <a:cubicBezTo>
                    <a:pt x="14345" y="12533"/>
                    <a:pt x="14382" y="12681"/>
                    <a:pt x="14419" y="12755"/>
                  </a:cubicBezTo>
                  <a:cubicBezTo>
                    <a:pt x="14493" y="12866"/>
                    <a:pt x="14530" y="12903"/>
                    <a:pt x="14604" y="12903"/>
                  </a:cubicBezTo>
                  <a:lnTo>
                    <a:pt x="14677" y="12903"/>
                  </a:lnTo>
                  <a:cubicBezTo>
                    <a:pt x="14825" y="12903"/>
                    <a:pt x="15084" y="12866"/>
                    <a:pt x="15454" y="12755"/>
                  </a:cubicBezTo>
                  <a:cubicBezTo>
                    <a:pt x="15787" y="12644"/>
                    <a:pt x="16230" y="12459"/>
                    <a:pt x="16785" y="12274"/>
                  </a:cubicBezTo>
                  <a:cubicBezTo>
                    <a:pt x="17820" y="11831"/>
                    <a:pt x="19151" y="11276"/>
                    <a:pt x="20741" y="10685"/>
                  </a:cubicBezTo>
                  <a:cubicBezTo>
                    <a:pt x="23218" y="9760"/>
                    <a:pt x="26619" y="7616"/>
                    <a:pt x="28431" y="6322"/>
                  </a:cubicBezTo>
                  <a:cubicBezTo>
                    <a:pt x="29022" y="5915"/>
                    <a:pt x="29466" y="5583"/>
                    <a:pt x="29614" y="5435"/>
                  </a:cubicBezTo>
                  <a:lnTo>
                    <a:pt x="29614" y="5398"/>
                  </a:lnTo>
                  <a:cubicBezTo>
                    <a:pt x="29614" y="5250"/>
                    <a:pt x="29503" y="4917"/>
                    <a:pt x="29318" y="4511"/>
                  </a:cubicBezTo>
                  <a:cubicBezTo>
                    <a:pt x="29096" y="4067"/>
                    <a:pt x="28800" y="3586"/>
                    <a:pt x="28468" y="3069"/>
                  </a:cubicBezTo>
                  <a:cubicBezTo>
                    <a:pt x="27839" y="2070"/>
                    <a:pt x="27063" y="961"/>
                    <a:pt x="26545" y="259"/>
                  </a:cubicBezTo>
                  <a:cubicBezTo>
                    <a:pt x="26471" y="185"/>
                    <a:pt x="26397" y="74"/>
                    <a:pt x="26323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4" name="Google Shape;1924;p37">
              <a:extLst>
                <a:ext uri="{FF2B5EF4-FFF2-40B4-BE49-F238E27FC236}">
                  <a16:creationId xmlns:a16="http://schemas.microsoft.com/office/drawing/2014/main" id="{70D643B2-2784-18F8-C24A-BA4CF7CDF188}"/>
                </a:ext>
              </a:extLst>
            </p:cNvPr>
            <p:cNvSpPr/>
            <p:nvPr/>
          </p:nvSpPr>
          <p:spPr>
            <a:xfrm>
              <a:off x="5105325" y="4022100"/>
              <a:ext cx="42550" cy="68175"/>
            </a:xfrm>
            <a:custGeom>
              <a:avLst/>
              <a:gdLst/>
              <a:ahLst/>
              <a:cxnLst/>
              <a:rect l="l" t="t" r="r" b="b"/>
              <a:pathLst>
                <a:path w="1702" h="2727" extrusionOk="0">
                  <a:moveTo>
                    <a:pt x="395" y="0"/>
                  </a:moveTo>
                  <a:cubicBezTo>
                    <a:pt x="340" y="0"/>
                    <a:pt x="281" y="13"/>
                    <a:pt x="223" y="36"/>
                  </a:cubicBezTo>
                  <a:cubicBezTo>
                    <a:pt x="75" y="110"/>
                    <a:pt x="1" y="258"/>
                    <a:pt x="75" y="443"/>
                  </a:cubicBezTo>
                  <a:lnTo>
                    <a:pt x="1073" y="2550"/>
                  </a:lnTo>
                  <a:cubicBezTo>
                    <a:pt x="1127" y="2658"/>
                    <a:pt x="1241" y="2727"/>
                    <a:pt x="1356" y="2727"/>
                  </a:cubicBezTo>
                  <a:cubicBezTo>
                    <a:pt x="1398" y="2727"/>
                    <a:pt x="1440" y="2718"/>
                    <a:pt x="1480" y="2698"/>
                  </a:cubicBezTo>
                  <a:cubicBezTo>
                    <a:pt x="1627" y="2624"/>
                    <a:pt x="1701" y="2439"/>
                    <a:pt x="1627" y="2291"/>
                  </a:cubicBezTo>
                  <a:lnTo>
                    <a:pt x="666" y="184"/>
                  </a:lnTo>
                  <a:cubicBezTo>
                    <a:pt x="616" y="58"/>
                    <a:pt x="513" y="0"/>
                    <a:pt x="3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5" name="Google Shape;1925;p37">
              <a:extLst>
                <a:ext uri="{FF2B5EF4-FFF2-40B4-BE49-F238E27FC236}">
                  <a16:creationId xmlns:a16="http://schemas.microsoft.com/office/drawing/2014/main" id="{41833417-9FF3-4A7E-9CF1-B24D02743903}"/>
                </a:ext>
              </a:extLst>
            </p:cNvPr>
            <p:cNvSpPr/>
            <p:nvPr/>
          </p:nvSpPr>
          <p:spPr>
            <a:xfrm>
              <a:off x="5196825" y="3955100"/>
              <a:ext cx="80450" cy="159375"/>
            </a:xfrm>
            <a:custGeom>
              <a:avLst/>
              <a:gdLst/>
              <a:ahLst/>
              <a:cxnLst/>
              <a:rect l="l" t="t" r="r" b="b"/>
              <a:pathLst>
                <a:path w="3218" h="6375" extrusionOk="0">
                  <a:moveTo>
                    <a:pt x="377" y="1"/>
                  </a:moveTo>
                  <a:cubicBezTo>
                    <a:pt x="325" y="1"/>
                    <a:pt x="272" y="17"/>
                    <a:pt x="223" y="54"/>
                  </a:cubicBezTo>
                  <a:cubicBezTo>
                    <a:pt x="75" y="128"/>
                    <a:pt x="1" y="313"/>
                    <a:pt x="75" y="461"/>
                  </a:cubicBezTo>
                  <a:cubicBezTo>
                    <a:pt x="75" y="461"/>
                    <a:pt x="260" y="757"/>
                    <a:pt x="481" y="1200"/>
                  </a:cubicBezTo>
                  <a:cubicBezTo>
                    <a:pt x="851" y="1903"/>
                    <a:pt x="1369" y="2938"/>
                    <a:pt x="1812" y="3899"/>
                  </a:cubicBezTo>
                  <a:cubicBezTo>
                    <a:pt x="2034" y="4380"/>
                    <a:pt x="2256" y="4823"/>
                    <a:pt x="2367" y="5193"/>
                  </a:cubicBezTo>
                  <a:cubicBezTo>
                    <a:pt x="2441" y="5378"/>
                    <a:pt x="2515" y="5563"/>
                    <a:pt x="2552" y="5674"/>
                  </a:cubicBezTo>
                  <a:cubicBezTo>
                    <a:pt x="2589" y="5822"/>
                    <a:pt x="2589" y="5933"/>
                    <a:pt x="2589" y="5969"/>
                  </a:cubicBezTo>
                  <a:lnTo>
                    <a:pt x="2608" y="5974"/>
                  </a:lnTo>
                  <a:lnTo>
                    <a:pt x="2608" y="5974"/>
                  </a:lnTo>
                  <a:cubicBezTo>
                    <a:pt x="2560" y="6114"/>
                    <a:pt x="2602" y="6272"/>
                    <a:pt x="2737" y="6339"/>
                  </a:cubicBezTo>
                  <a:cubicBezTo>
                    <a:pt x="2795" y="6363"/>
                    <a:pt x="2854" y="6375"/>
                    <a:pt x="2909" y="6375"/>
                  </a:cubicBezTo>
                  <a:cubicBezTo>
                    <a:pt x="3027" y="6375"/>
                    <a:pt x="3130" y="6318"/>
                    <a:pt x="3180" y="6191"/>
                  </a:cubicBezTo>
                  <a:cubicBezTo>
                    <a:pt x="3217" y="6117"/>
                    <a:pt x="3217" y="6043"/>
                    <a:pt x="3217" y="5969"/>
                  </a:cubicBezTo>
                  <a:cubicBezTo>
                    <a:pt x="3217" y="5785"/>
                    <a:pt x="3180" y="5600"/>
                    <a:pt x="3106" y="5341"/>
                  </a:cubicBezTo>
                  <a:cubicBezTo>
                    <a:pt x="2848" y="4565"/>
                    <a:pt x="2219" y="3271"/>
                    <a:pt x="1665" y="2162"/>
                  </a:cubicBezTo>
                  <a:cubicBezTo>
                    <a:pt x="1110" y="1089"/>
                    <a:pt x="629" y="165"/>
                    <a:pt x="629" y="165"/>
                  </a:cubicBezTo>
                  <a:cubicBezTo>
                    <a:pt x="580" y="67"/>
                    <a:pt x="481" y="1"/>
                    <a:pt x="3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6" name="Google Shape;1926;p37">
              <a:extLst>
                <a:ext uri="{FF2B5EF4-FFF2-40B4-BE49-F238E27FC236}">
                  <a16:creationId xmlns:a16="http://schemas.microsoft.com/office/drawing/2014/main" id="{AFFF9D86-1DEA-D09A-C518-1C33A1FBEA54}"/>
                </a:ext>
              </a:extLst>
            </p:cNvPr>
            <p:cNvSpPr/>
            <p:nvPr/>
          </p:nvSpPr>
          <p:spPr>
            <a:xfrm>
              <a:off x="5292025" y="3860550"/>
              <a:ext cx="109100" cy="194575"/>
            </a:xfrm>
            <a:custGeom>
              <a:avLst/>
              <a:gdLst/>
              <a:ahLst/>
              <a:cxnLst/>
              <a:rect l="l" t="t" r="r" b="b"/>
              <a:pathLst>
                <a:path w="4364" h="7783" extrusionOk="0">
                  <a:moveTo>
                    <a:pt x="342" y="1"/>
                  </a:moveTo>
                  <a:cubicBezTo>
                    <a:pt x="285" y="1"/>
                    <a:pt x="229" y="21"/>
                    <a:pt x="186" y="65"/>
                  </a:cubicBezTo>
                  <a:cubicBezTo>
                    <a:pt x="38" y="139"/>
                    <a:pt x="1" y="324"/>
                    <a:pt x="75" y="472"/>
                  </a:cubicBezTo>
                  <a:cubicBezTo>
                    <a:pt x="112" y="472"/>
                    <a:pt x="334" y="805"/>
                    <a:pt x="666" y="1322"/>
                  </a:cubicBezTo>
                  <a:cubicBezTo>
                    <a:pt x="1184" y="2099"/>
                    <a:pt x="1960" y="3319"/>
                    <a:pt x="2626" y="4465"/>
                  </a:cubicBezTo>
                  <a:cubicBezTo>
                    <a:pt x="2958" y="5019"/>
                    <a:pt x="3254" y="5574"/>
                    <a:pt x="3439" y="6054"/>
                  </a:cubicBezTo>
                  <a:cubicBezTo>
                    <a:pt x="3661" y="6535"/>
                    <a:pt x="3772" y="6942"/>
                    <a:pt x="3772" y="7164"/>
                  </a:cubicBezTo>
                  <a:cubicBezTo>
                    <a:pt x="3772" y="7237"/>
                    <a:pt x="3735" y="7274"/>
                    <a:pt x="3735" y="7274"/>
                  </a:cubicBezTo>
                  <a:cubicBezTo>
                    <a:pt x="3661" y="7422"/>
                    <a:pt x="3661" y="7607"/>
                    <a:pt x="3809" y="7718"/>
                  </a:cubicBezTo>
                  <a:cubicBezTo>
                    <a:pt x="3867" y="7762"/>
                    <a:pt x="3931" y="7783"/>
                    <a:pt x="3994" y="7783"/>
                  </a:cubicBezTo>
                  <a:cubicBezTo>
                    <a:pt x="4091" y="7783"/>
                    <a:pt x="4185" y="7734"/>
                    <a:pt x="4252" y="7644"/>
                  </a:cubicBezTo>
                  <a:cubicBezTo>
                    <a:pt x="4363" y="7496"/>
                    <a:pt x="4363" y="7311"/>
                    <a:pt x="4363" y="7164"/>
                  </a:cubicBezTo>
                  <a:cubicBezTo>
                    <a:pt x="4363" y="6905"/>
                    <a:pt x="4326" y="6646"/>
                    <a:pt x="4215" y="6313"/>
                  </a:cubicBezTo>
                  <a:cubicBezTo>
                    <a:pt x="3809" y="5241"/>
                    <a:pt x="2922" y="3688"/>
                    <a:pt x="2108" y="2431"/>
                  </a:cubicBezTo>
                  <a:cubicBezTo>
                    <a:pt x="1332" y="1137"/>
                    <a:pt x="592" y="139"/>
                    <a:pt x="592" y="139"/>
                  </a:cubicBezTo>
                  <a:cubicBezTo>
                    <a:pt x="525" y="50"/>
                    <a:pt x="431" y="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7" name="Google Shape;1927;p37">
              <a:extLst>
                <a:ext uri="{FF2B5EF4-FFF2-40B4-BE49-F238E27FC236}">
                  <a16:creationId xmlns:a16="http://schemas.microsoft.com/office/drawing/2014/main" id="{53932396-B2E0-1FCA-F74E-F6768C11FC72}"/>
                </a:ext>
              </a:extLst>
            </p:cNvPr>
            <p:cNvSpPr/>
            <p:nvPr/>
          </p:nvSpPr>
          <p:spPr>
            <a:xfrm>
              <a:off x="4678325" y="3645900"/>
              <a:ext cx="1122075" cy="752975"/>
            </a:xfrm>
            <a:custGeom>
              <a:avLst/>
              <a:gdLst/>
              <a:ahLst/>
              <a:cxnLst/>
              <a:rect l="l" t="t" r="r" b="b"/>
              <a:pathLst>
                <a:path w="44883" h="30119" extrusionOk="0">
                  <a:moveTo>
                    <a:pt x="25436" y="629"/>
                  </a:moveTo>
                  <a:cubicBezTo>
                    <a:pt x="25510" y="629"/>
                    <a:pt x="25732" y="702"/>
                    <a:pt x="26065" y="887"/>
                  </a:cubicBezTo>
                  <a:cubicBezTo>
                    <a:pt x="27211" y="1442"/>
                    <a:pt x="29355" y="2810"/>
                    <a:pt x="31610" y="4178"/>
                  </a:cubicBezTo>
                  <a:cubicBezTo>
                    <a:pt x="33902" y="5546"/>
                    <a:pt x="36269" y="6914"/>
                    <a:pt x="38006" y="7505"/>
                  </a:cubicBezTo>
                  <a:cubicBezTo>
                    <a:pt x="39855" y="8134"/>
                    <a:pt x="41518" y="8429"/>
                    <a:pt x="42664" y="8688"/>
                  </a:cubicBezTo>
                  <a:cubicBezTo>
                    <a:pt x="43219" y="8836"/>
                    <a:pt x="43663" y="8947"/>
                    <a:pt x="43958" y="9058"/>
                  </a:cubicBezTo>
                  <a:cubicBezTo>
                    <a:pt x="44106" y="9132"/>
                    <a:pt x="44180" y="9169"/>
                    <a:pt x="44217" y="9206"/>
                  </a:cubicBezTo>
                  <a:lnTo>
                    <a:pt x="44254" y="9243"/>
                  </a:lnTo>
                  <a:cubicBezTo>
                    <a:pt x="44217" y="9391"/>
                    <a:pt x="44143" y="9538"/>
                    <a:pt x="43958" y="9686"/>
                  </a:cubicBezTo>
                  <a:cubicBezTo>
                    <a:pt x="43441" y="10204"/>
                    <a:pt x="42073" y="10685"/>
                    <a:pt x="39929" y="10685"/>
                  </a:cubicBezTo>
                  <a:cubicBezTo>
                    <a:pt x="39263" y="10685"/>
                    <a:pt x="38228" y="10426"/>
                    <a:pt x="37045" y="10056"/>
                  </a:cubicBezTo>
                  <a:cubicBezTo>
                    <a:pt x="35344" y="9465"/>
                    <a:pt x="33348" y="8577"/>
                    <a:pt x="31795" y="7838"/>
                  </a:cubicBezTo>
                  <a:cubicBezTo>
                    <a:pt x="31019" y="7468"/>
                    <a:pt x="30353" y="7135"/>
                    <a:pt x="29873" y="6914"/>
                  </a:cubicBezTo>
                  <a:cubicBezTo>
                    <a:pt x="29392" y="6655"/>
                    <a:pt x="29096" y="6507"/>
                    <a:pt x="29096" y="6507"/>
                  </a:cubicBezTo>
                  <a:cubicBezTo>
                    <a:pt x="29057" y="6481"/>
                    <a:pt x="29013" y="6468"/>
                    <a:pt x="28968" y="6468"/>
                  </a:cubicBezTo>
                  <a:cubicBezTo>
                    <a:pt x="28885" y="6468"/>
                    <a:pt x="28798" y="6509"/>
                    <a:pt x="28727" y="6581"/>
                  </a:cubicBezTo>
                  <a:cubicBezTo>
                    <a:pt x="28653" y="6692"/>
                    <a:pt x="28616" y="6840"/>
                    <a:pt x="28727" y="6987"/>
                  </a:cubicBezTo>
                  <a:cubicBezTo>
                    <a:pt x="28727" y="6987"/>
                    <a:pt x="28948" y="7283"/>
                    <a:pt x="29318" y="7727"/>
                  </a:cubicBezTo>
                  <a:cubicBezTo>
                    <a:pt x="29836" y="8429"/>
                    <a:pt x="30612" y="9538"/>
                    <a:pt x="31241" y="10537"/>
                  </a:cubicBezTo>
                  <a:cubicBezTo>
                    <a:pt x="31573" y="11054"/>
                    <a:pt x="31869" y="11535"/>
                    <a:pt x="32091" y="11979"/>
                  </a:cubicBezTo>
                  <a:cubicBezTo>
                    <a:pt x="32276" y="12385"/>
                    <a:pt x="32387" y="12718"/>
                    <a:pt x="32387" y="12866"/>
                  </a:cubicBezTo>
                  <a:cubicBezTo>
                    <a:pt x="32239" y="13014"/>
                    <a:pt x="31832" y="13383"/>
                    <a:pt x="31204" y="13790"/>
                  </a:cubicBezTo>
                  <a:cubicBezTo>
                    <a:pt x="29392" y="15084"/>
                    <a:pt x="25991" y="17228"/>
                    <a:pt x="23514" y="18153"/>
                  </a:cubicBezTo>
                  <a:cubicBezTo>
                    <a:pt x="21924" y="18744"/>
                    <a:pt x="20593" y="19299"/>
                    <a:pt x="19558" y="19742"/>
                  </a:cubicBezTo>
                  <a:cubicBezTo>
                    <a:pt x="19003" y="19927"/>
                    <a:pt x="18560" y="20112"/>
                    <a:pt x="18227" y="20223"/>
                  </a:cubicBezTo>
                  <a:cubicBezTo>
                    <a:pt x="17923" y="20314"/>
                    <a:pt x="17694" y="20381"/>
                    <a:pt x="17540" y="20381"/>
                  </a:cubicBezTo>
                  <a:cubicBezTo>
                    <a:pt x="17506" y="20381"/>
                    <a:pt x="17477" y="20377"/>
                    <a:pt x="17450" y="20371"/>
                  </a:cubicBezTo>
                  <a:lnTo>
                    <a:pt x="17377" y="20371"/>
                  </a:lnTo>
                  <a:cubicBezTo>
                    <a:pt x="17303" y="20371"/>
                    <a:pt x="17266" y="20334"/>
                    <a:pt x="17192" y="20223"/>
                  </a:cubicBezTo>
                  <a:cubicBezTo>
                    <a:pt x="17155" y="20149"/>
                    <a:pt x="17118" y="20001"/>
                    <a:pt x="17118" y="19816"/>
                  </a:cubicBezTo>
                  <a:cubicBezTo>
                    <a:pt x="17118" y="19631"/>
                    <a:pt x="17155" y="19447"/>
                    <a:pt x="17192" y="19262"/>
                  </a:cubicBezTo>
                  <a:cubicBezTo>
                    <a:pt x="17266" y="19114"/>
                    <a:pt x="17340" y="19003"/>
                    <a:pt x="17377" y="18929"/>
                  </a:cubicBezTo>
                  <a:cubicBezTo>
                    <a:pt x="17820" y="18522"/>
                    <a:pt x="18634" y="17672"/>
                    <a:pt x="18634" y="17672"/>
                  </a:cubicBezTo>
                  <a:cubicBezTo>
                    <a:pt x="18744" y="17561"/>
                    <a:pt x="18781" y="17376"/>
                    <a:pt x="18671" y="17265"/>
                  </a:cubicBezTo>
                  <a:cubicBezTo>
                    <a:pt x="18606" y="17179"/>
                    <a:pt x="18515" y="17143"/>
                    <a:pt x="18429" y="17143"/>
                  </a:cubicBezTo>
                  <a:cubicBezTo>
                    <a:pt x="18368" y="17143"/>
                    <a:pt x="18310" y="17161"/>
                    <a:pt x="18264" y="17191"/>
                  </a:cubicBezTo>
                  <a:cubicBezTo>
                    <a:pt x="18264" y="17191"/>
                    <a:pt x="18227" y="17228"/>
                    <a:pt x="18116" y="17302"/>
                  </a:cubicBezTo>
                  <a:cubicBezTo>
                    <a:pt x="17857" y="17487"/>
                    <a:pt x="17081" y="18005"/>
                    <a:pt x="16267" y="18448"/>
                  </a:cubicBezTo>
                  <a:cubicBezTo>
                    <a:pt x="15861" y="18670"/>
                    <a:pt x="15417" y="18855"/>
                    <a:pt x="15010" y="19003"/>
                  </a:cubicBezTo>
                  <a:cubicBezTo>
                    <a:pt x="14604" y="19151"/>
                    <a:pt x="14197" y="19262"/>
                    <a:pt x="13938" y="19262"/>
                  </a:cubicBezTo>
                  <a:lnTo>
                    <a:pt x="12386" y="19262"/>
                  </a:lnTo>
                  <a:cubicBezTo>
                    <a:pt x="12312" y="19262"/>
                    <a:pt x="12238" y="19262"/>
                    <a:pt x="12201" y="19336"/>
                  </a:cubicBezTo>
                  <a:lnTo>
                    <a:pt x="703" y="29096"/>
                  </a:lnTo>
                  <a:lnTo>
                    <a:pt x="1463" y="20733"/>
                  </a:lnTo>
                  <a:lnTo>
                    <a:pt x="1463" y="20733"/>
                  </a:lnTo>
                  <a:cubicBezTo>
                    <a:pt x="2668" y="20238"/>
                    <a:pt x="8882" y="17544"/>
                    <a:pt x="12718" y="14308"/>
                  </a:cubicBezTo>
                  <a:cubicBezTo>
                    <a:pt x="14863" y="12533"/>
                    <a:pt x="17746" y="9095"/>
                    <a:pt x="20297" y="6100"/>
                  </a:cubicBezTo>
                  <a:cubicBezTo>
                    <a:pt x="21554" y="4584"/>
                    <a:pt x="22737" y="3216"/>
                    <a:pt x="23662" y="2181"/>
                  </a:cubicBezTo>
                  <a:cubicBezTo>
                    <a:pt x="24142" y="1701"/>
                    <a:pt x="24549" y="1294"/>
                    <a:pt x="24845" y="998"/>
                  </a:cubicBezTo>
                  <a:cubicBezTo>
                    <a:pt x="25029" y="850"/>
                    <a:pt x="25177" y="776"/>
                    <a:pt x="25251" y="702"/>
                  </a:cubicBezTo>
                  <a:lnTo>
                    <a:pt x="25399" y="629"/>
                  </a:lnTo>
                  <a:close/>
                  <a:moveTo>
                    <a:pt x="25436" y="0"/>
                  </a:moveTo>
                  <a:cubicBezTo>
                    <a:pt x="25251" y="0"/>
                    <a:pt x="25103" y="74"/>
                    <a:pt x="24956" y="185"/>
                  </a:cubicBezTo>
                  <a:cubicBezTo>
                    <a:pt x="24660" y="333"/>
                    <a:pt x="24364" y="629"/>
                    <a:pt x="23957" y="998"/>
                  </a:cubicBezTo>
                  <a:cubicBezTo>
                    <a:pt x="22626" y="2292"/>
                    <a:pt x="20556" y="4806"/>
                    <a:pt x="18412" y="7357"/>
                  </a:cubicBezTo>
                  <a:cubicBezTo>
                    <a:pt x="16267" y="9871"/>
                    <a:pt x="14012" y="12459"/>
                    <a:pt x="12349" y="13864"/>
                  </a:cubicBezTo>
                  <a:cubicBezTo>
                    <a:pt x="10278" y="15565"/>
                    <a:pt x="7431" y="17191"/>
                    <a:pt x="5139" y="18374"/>
                  </a:cubicBezTo>
                  <a:cubicBezTo>
                    <a:pt x="3956" y="18929"/>
                    <a:pt x="2958" y="19410"/>
                    <a:pt x="2219" y="19742"/>
                  </a:cubicBezTo>
                  <a:cubicBezTo>
                    <a:pt x="1849" y="19927"/>
                    <a:pt x="1553" y="20038"/>
                    <a:pt x="1368" y="20112"/>
                  </a:cubicBezTo>
                  <a:cubicBezTo>
                    <a:pt x="1146" y="20223"/>
                    <a:pt x="1036" y="20260"/>
                    <a:pt x="1036" y="20260"/>
                  </a:cubicBezTo>
                  <a:cubicBezTo>
                    <a:pt x="925" y="20297"/>
                    <a:pt x="851" y="20408"/>
                    <a:pt x="851" y="20519"/>
                  </a:cubicBezTo>
                  <a:lnTo>
                    <a:pt x="0" y="29798"/>
                  </a:lnTo>
                  <a:cubicBezTo>
                    <a:pt x="0" y="29909"/>
                    <a:pt x="74" y="30020"/>
                    <a:pt x="185" y="30094"/>
                  </a:cubicBezTo>
                  <a:cubicBezTo>
                    <a:pt x="231" y="30109"/>
                    <a:pt x="277" y="30118"/>
                    <a:pt x="323" y="30118"/>
                  </a:cubicBezTo>
                  <a:cubicBezTo>
                    <a:pt x="388" y="30118"/>
                    <a:pt x="453" y="30101"/>
                    <a:pt x="518" y="30057"/>
                  </a:cubicBezTo>
                  <a:lnTo>
                    <a:pt x="12520" y="19853"/>
                  </a:lnTo>
                  <a:lnTo>
                    <a:pt x="13938" y="19853"/>
                  </a:lnTo>
                  <a:cubicBezTo>
                    <a:pt x="14382" y="19853"/>
                    <a:pt x="14900" y="19705"/>
                    <a:pt x="15417" y="19521"/>
                  </a:cubicBezTo>
                  <a:cubicBezTo>
                    <a:pt x="15848" y="19342"/>
                    <a:pt x="16291" y="19118"/>
                    <a:pt x="16704" y="18890"/>
                  </a:cubicBezTo>
                  <a:lnTo>
                    <a:pt x="16704" y="18890"/>
                  </a:lnTo>
                  <a:cubicBezTo>
                    <a:pt x="16681" y="18950"/>
                    <a:pt x="16659" y="19012"/>
                    <a:pt x="16637" y="19077"/>
                  </a:cubicBezTo>
                  <a:cubicBezTo>
                    <a:pt x="16563" y="19299"/>
                    <a:pt x="16526" y="19558"/>
                    <a:pt x="16526" y="19816"/>
                  </a:cubicBezTo>
                  <a:cubicBezTo>
                    <a:pt x="16526" y="20038"/>
                    <a:pt x="16563" y="20297"/>
                    <a:pt x="16637" y="20519"/>
                  </a:cubicBezTo>
                  <a:cubicBezTo>
                    <a:pt x="16748" y="20741"/>
                    <a:pt x="16970" y="20925"/>
                    <a:pt x="17266" y="20999"/>
                  </a:cubicBezTo>
                  <a:lnTo>
                    <a:pt x="17450" y="20999"/>
                  </a:lnTo>
                  <a:cubicBezTo>
                    <a:pt x="17709" y="20999"/>
                    <a:pt x="18005" y="20925"/>
                    <a:pt x="18412" y="20815"/>
                  </a:cubicBezTo>
                  <a:cubicBezTo>
                    <a:pt x="19558" y="20445"/>
                    <a:pt x="21369" y="19631"/>
                    <a:pt x="23735" y="18744"/>
                  </a:cubicBezTo>
                  <a:cubicBezTo>
                    <a:pt x="25473" y="18079"/>
                    <a:pt x="27543" y="16933"/>
                    <a:pt x="29281" y="15823"/>
                  </a:cubicBezTo>
                  <a:cubicBezTo>
                    <a:pt x="30168" y="15269"/>
                    <a:pt x="30945" y="14751"/>
                    <a:pt x="31573" y="14308"/>
                  </a:cubicBezTo>
                  <a:cubicBezTo>
                    <a:pt x="32202" y="13864"/>
                    <a:pt x="32608" y="13531"/>
                    <a:pt x="32830" y="13309"/>
                  </a:cubicBezTo>
                  <a:cubicBezTo>
                    <a:pt x="32978" y="13199"/>
                    <a:pt x="33015" y="13014"/>
                    <a:pt x="33015" y="12866"/>
                  </a:cubicBezTo>
                  <a:cubicBezTo>
                    <a:pt x="33015" y="12644"/>
                    <a:pt x="32941" y="12385"/>
                    <a:pt x="32830" y="12126"/>
                  </a:cubicBezTo>
                  <a:cubicBezTo>
                    <a:pt x="32424" y="11165"/>
                    <a:pt x="31536" y="9834"/>
                    <a:pt x="30723" y="8651"/>
                  </a:cubicBezTo>
                  <a:cubicBezTo>
                    <a:pt x="30464" y="8287"/>
                    <a:pt x="30217" y="7945"/>
                    <a:pt x="30000" y="7648"/>
                  </a:cubicBezTo>
                  <a:lnTo>
                    <a:pt x="30000" y="7648"/>
                  </a:lnTo>
                  <a:cubicBezTo>
                    <a:pt x="30804" y="8046"/>
                    <a:pt x="31950" y="8602"/>
                    <a:pt x="33200" y="9169"/>
                  </a:cubicBezTo>
                  <a:cubicBezTo>
                    <a:pt x="34420" y="9686"/>
                    <a:pt x="35677" y="10241"/>
                    <a:pt x="36860" y="10611"/>
                  </a:cubicBezTo>
                  <a:cubicBezTo>
                    <a:pt x="38043" y="11017"/>
                    <a:pt x="39115" y="11313"/>
                    <a:pt x="39929" y="11313"/>
                  </a:cubicBezTo>
                  <a:cubicBezTo>
                    <a:pt x="41407" y="11313"/>
                    <a:pt x="42590" y="11091"/>
                    <a:pt x="43404" y="10759"/>
                  </a:cubicBezTo>
                  <a:cubicBezTo>
                    <a:pt x="43811" y="10574"/>
                    <a:pt x="44143" y="10389"/>
                    <a:pt x="44402" y="10167"/>
                  </a:cubicBezTo>
                  <a:cubicBezTo>
                    <a:pt x="44661" y="9908"/>
                    <a:pt x="44809" y="9649"/>
                    <a:pt x="44846" y="9354"/>
                  </a:cubicBezTo>
                  <a:lnTo>
                    <a:pt x="44883" y="9243"/>
                  </a:lnTo>
                  <a:cubicBezTo>
                    <a:pt x="44883" y="9058"/>
                    <a:pt x="44772" y="8873"/>
                    <a:pt x="44661" y="8762"/>
                  </a:cubicBezTo>
                  <a:cubicBezTo>
                    <a:pt x="44439" y="8577"/>
                    <a:pt x="44143" y="8466"/>
                    <a:pt x="43737" y="8318"/>
                  </a:cubicBezTo>
                  <a:cubicBezTo>
                    <a:pt x="42590" y="7986"/>
                    <a:pt x="40594" y="7727"/>
                    <a:pt x="38191" y="6914"/>
                  </a:cubicBezTo>
                  <a:cubicBezTo>
                    <a:pt x="36342" y="6285"/>
                    <a:pt x="33496" y="4621"/>
                    <a:pt x="30982" y="3069"/>
                  </a:cubicBezTo>
                  <a:cubicBezTo>
                    <a:pt x="29725" y="2292"/>
                    <a:pt x="28542" y="1553"/>
                    <a:pt x="27580" y="998"/>
                  </a:cubicBezTo>
                  <a:cubicBezTo>
                    <a:pt x="27100" y="739"/>
                    <a:pt x="26693" y="518"/>
                    <a:pt x="26323" y="333"/>
                  </a:cubicBezTo>
                  <a:cubicBezTo>
                    <a:pt x="25991" y="148"/>
                    <a:pt x="25732" y="37"/>
                    <a:pt x="254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8" name="Google Shape;1928;p37">
              <a:extLst>
                <a:ext uri="{FF2B5EF4-FFF2-40B4-BE49-F238E27FC236}">
                  <a16:creationId xmlns:a16="http://schemas.microsoft.com/office/drawing/2014/main" id="{83796FE9-B0B0-B18D-6FA8-77FDE56ED52A}"/>
                </a:ext>
              </a:extLst>
            </p:cNvPr>
            <p:cNvSpPr/>
            <p:nvPr/>
          </p:nvSpPr>
          <p:spPr>
            <a:xfrm>
              <a:off x="3709700" y="2698525"/>
              <a:ext cx="1055525" cy="2070975"/>
            </a:xfrm>
            <a:custGeom>
              <a:avLst/>
              <a:gdLst/>
              <a:ahLst/>
              <a:cxnLst/>
              <a:rect l="l" t="t" r="r" b="b"/>
              <a:pathLst>
                <a:path w="42221" h="82839" extrusionOk="0">
                  <a:moveTo>
                    <a:pt x="21776" y="0"/>
                  </a:moveTo>
                  <a:cubicBezTo>
                    <a:pt x="20667" y="0"/>
                    <a:pt x="18966" y="850"/>
                    <a:pt x="18707" y="4658"/>
                  </a:cubicBezTo>
                  <a:cubicBezTo>
                    <a:pt x="18412" y="8429"/>
                    <a:pt x="0" y="79376"/>
                    <a:pt x="0" y="81188"/>
                  </a:cubicBezTo>
                  <a:cubicBezTo>
                    <a:pt x="0" y="82197"/>
                    <a:pt x="872" y="82839"/>
                    <a:pt x="3134" y="82839"/>
                  </a:cubicBezTo>
                  <a:cubicBezTo>
                    <a:pt x="4932" y="82839"/>
                    <a:pt x="7609" y="82433"/>
                    <a:pt x="11424" y="81483"/>
                  </a:cubicBezTo>
                  <a:cubicBezTo>
                    <a:pt x="18707" y="79672"/>
                    <a:pt x="40335" y="72352"/>
                    <a:pt x="40335" y="72352"/>
                  </a:cubicBezTo>
                  <a:lnTo>
                    <a:pt x="42221" y="57009"/>
                  </a:lnTo>
                  <a:lnTo>
                    <a:pt x="19669" y="61519"/>
                  </a:lnTo>
                  <a:lnTo>
                    <a:pt x="30649" y="29355"/>
                  </a:lnTo>
                  <a:lnTo>
                    <a:pt x="27543" y="444"/>
                  </a:lnTo>
                  <a:cubicBezTo>
                    <a:pt x="27543" y="444"/>
                    <a:pt x="22922" y="0"/>
                    <a:pt x="217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37">
              <a:extLst>
                <a:ext uri="{FF2B5EF4-FFF2-40B4-BE49-F238E27FC236}">
                  <a16:creationId xmlns:a16="http://schemas.microsoft.com/office/drawing/2014/main" id="{2CF111B5-84EC-7D05-D23D-524BFF72BD55}"/>
                </a:ext>
              </a:extLst>
            </p:cNvPr>
            <p:cNvSpPr/>
            <p:nvPr/>
          </p:nvSpPr>
          <p:spPr>
            <a:xfrm>
              <a:off x="3709700" y="3396325"/>
              <a:ext cx="1024100" cy="1373175"/>
            </a:xfrm>
            <a:custGeom>
              <a:avLst/>
              <a:gdLst/>
              <a:ahLst/>
              <a:cxnLst/>
              <a:rect l="l" t="t" r="r" b="b"/>
              <a:pathLst>
                <a:path w="40964" h="54927" extrusionOk="0">
                  <a:moveTo>
                    <a:pt x="13199" y="1"/>
                  </a:moveTo>
                  <a:cubicBezTo>
                    <a:pt x="7690" y="22109"/>
                    <a:pt x="0" y="52093"/>
                    <a:pt x="0" y="53276"/>
                  </a:cubicBezTo>
                  <a:cubicBezTo>
                    <a:pt x="0" y="54285"/>
                    <a:pt x="872" y="54927"/>
                    <a:pt x="3134" y="54927"/>
                  </a:cubicBezTo>
                  <a:cubicBezTo>
                    <a:pt x="4932" y="54927"/>
                    <a:pt x="7609" y="54521"/>
                    <a:pt x="11424" y="53571"/>
                  </a:cubicBezTo>
                  <a:cubicBezTo>
                    <a:pt x="18707" y="51760"/>
                    <a:pt x="40335" y="44440"/>
                    <a:pt x="40335" y="44440"/>
                  </a:cubicBezTo>
                  <a:lnTo>
                    <a:pt x="40964" y="39301"/>
                  </a:lnTo>
                  <a:lnTo>
                    <a:pt x="40964" y="39301"/>
                  </a:lnTo>
                  <a:cubicBezTo>
                    <a:pt x="39374" y="39744"/>
                    <a:pt x="14197" y="46510"/>
                    <a:pt x="9391" y="48100"/>
                  </a:cubicBezTo>
                  <a:cubicBezTo>
                    <a:pt x="8943" y="48249"/>
                    <a:pt x="8622" y="48317"/>
                    <a:pt x="8405" y="48317"/>
                  </a:cubicBezTo>
                  <a:cubicBezTo>
                    <a:pt x="7334" y="48317"/>
                    <a:pt x="8820" y="46661"/>
                    <a:pt x="10204" y="45031"/>
                  </a:cubicBezTo>
                  <a:cubicBezTo>
                    <a:pt x="11587" y="43400"/>
                    <a:pt x="12868" y="41769"/>
                    <a:pt x="11502" y="41769"/>
                  </a:cubicBezTo>
                  <a:cubicBezTo>
                    <a:pt x="11444" y="41769"/>
                    <a:pt x="11381" y="41772"/>
                    <a:pt x="11313" y="41778"/>
                  </a:cubicBezTo>
                  <a:cubicBezTo>
                    <a:pt x="7764" y="42037"/>
                    <a:pt x="3623" y="46991"/>
                    <a:pt x="3623" y="46991"/>
                  </a:cubicBezTo>
                  <a:lnTo>
                    <a:pt x="1319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37">
              <a:extLst>
                <a:ext uri="{FF2B5EF4-FFF2-40B4-BE49-F238E27FC236}">
                  <a16:creationId xmlns:a16="http://schemas.microsoft.com/office/drawing/2014/main" id="{97348D9B-AFC6-E757-BCD5-8B5FC37E4682}"/>
                </a:ext>
              </a:extLst>
            </p:cNvPr>
            <p:cNvSpPr/>
            <p:nvPr/>
          </p:nvSpPr>
          <p:spPr>
            <a:xfrm>
              <a:off x="3718000" y="3645900"/>
              <a:ext cx="1007475" cy="1115600"/>
            </a:xfrm>
            <a:custGeom>
              <a:avLst/>
              <a:gdLst/>
              <a:ahLst/>
              <a:cxnLst/>
              <a:rect l="l" t="t" r="r" b="b"/>
              <a:pathLst>
                <a:path w="40299" h="44624" extrusionOk="0">
                  <a:moveTo>
                    <a:pt x="10685" y="0"/>
                  </a:moveTo>
                  <a:cubicBezTo>
                    <a:pt x="8134" y="10241"/>
                    <a:pt x="5399" y="20925"/>
                    <a:pt x="3365" y="29170"/>
                  </a:cubicBezTo>
                  <a:cubicBezTo>
                    <a:pt x="1591" y="36268"/>
                    <a:pt x="297" y="41555"/>
                    <a:pt x="38" y="42997"/>
                  </a:cubicBezTo>
                  <a:cubicBezTo>
                    <a:pt x="1" y="43145"/>
                    <a:pt x="1" y="43293"/>
                    <a:pt x="1" y="43293"/>
                  </a:cubicBezTo>
                  <a:cubicBezTo>
                    <a:pt x="1" y="43515"/>
                    <a:pt x="38" y="43662"/>
                    <a:pt x="112" y="43847"/>
                  </a:cubicBezTo>
                  <a:cubicBezTo>
                    <a:pt x="223" y="43995"/>
                    <a:pt x="334" y="44106"/>
                    <a:pt x="555" y="44217"/>
                  </a:cubicBezTo>
                  <a:cubicBezTo>
                    <a:pt x="962" y="44476"/>
                    <a:pt x="1702" y="44624"/>
                    <a:pt x="2774" y="44624"/>
                  </a:cubicBezTo>
                  <a:cubicBezTo>
                    <a:pt x="4548" y="44624"/>
                    <a:pt x="7210" y="44217"/>
                    <a:pt x="11018" y="43293"/>
                  </a:cubicBezTo>
                  <a:cubicBezTo>
                    <a:pt x="17377" y="41703"/>
                    <a:pt x="34716" y="35899"/>
                    <a:pt x="38968" y="34457"/>
                  </a:cubicBezTo>
                  <a:cubicBezTo>
                    <a:pt x="39301" y="34346"/>
                    <a:pt x="39559" y="34272"/>
                    <a:pt x="39707" y="34235"/>
                  </a:cubicBezTo>
                  <a:lnTo>
                    <a:pt x="40299" y="29429"/>
                  </a:lnTo>
                  <a:lnTo>
                    <a:pt x="40299" y="29429"/>
                  </a:lnTo>
                  <a:cubicBezTo>
                    <a:pt x="36972" y="30316"/>
                    <a:pt x="13680" y="36564"/>
                    <a:pt x="9059" y="38117"/>
                  </a:cubicBezTo>
                  <a:cubicBezTo>
                    <a:pt x="8615" y="38265"/>
                    <a:pt x="8282" y="38339"/>
                    <a:pt x="8061" y="38339"/>
                  </a:cubicBezTo>
                  <a:cubicBezTo>
                    <a:pt x="7839" y="38339"/>
                    <a:pt x="7728" y="38228"/>
                    <a:pt x="7728" y="38080"/>
                  </a:cubicBezTo>
                  <a:cubicBezTo>
                    <a:pt x="7728" y="37525"/>
                    <a:pt x="8800" y="36305"/>
                    <a:pt x="9872" y="35048"/>
                  </a:cubicBezTo>
                  <a:cubicBezTo>
                    <a:pt x="10833" y="33902"/>
                    <a:pt x="11758" y="32756"/>
                    <a:pt x="11758" y="32165"/>
                  </a:cubicBezTo>
                  <a:cubicBezTo>
                    <a:pt x="11758" y="31943"/>
                    <a:pt x="11573" y="31795"/>
                    <a:pt x="11166" y="31795"/>
                  </a:cubicBezTo>
                  <a:lnTo>
                    <a:pt x="10981" y="31795"/>
                  </a:lnTo>
                  <a:cubicBezTo>
                    <a:pt x="7432" y="32054"/>
                    <a:pt x="3291" y="37008"/>
                    <a:pt x="3291" y="37008"/>
                  </a:cubicBezTo>
                  <a:lnTo>
                    <a:pt x="1083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37">
              <a:extLst>
                <a:ext uri="{FF2B5EF4-FFF2-40B4-BE49-F238E27FC236}">
                  <a16:creationId xmlns:a16="http://schemas.microsoft.com/office/drawing/2014/main" id="{78215A4D-33DA-5057-4A9D-46DA16372E3B}"/>
                </a:ext>
              </a:extLst>
            </p:cNvPr>
            <p:cNvSpPr/>
            <p:nvPr/>
          </p:nvSpPr>
          <p:spPr>
            <a:xfrm>
              <a:off x="3702300" y="2691125"/>
              <a:ext cx="1071250" cy="2086100"/>
            </a:xfrm>
            <a:custGeom>
              <a:avLst/>
              <a:gdLst/>
              <a:ahLst/>
              <a:cxnLst/>
              <a:rect l="l" t="t" r="r" b="b"/>
              <a:pathLst>
                <a:path w="42850" h="83444" extrusionOk="0">
                  <a:moveTo>
                    <a:pt x="22072" y="0"/>
                  </a:moveTo>
                  <a:cubicBezTo>
                    <a:pt x="21443" y="0"/>
                    <a:pt x="20630" y="259"/>
                    <a:pt x="20002" y="998"/>
                  </a:cubicBezTo>
                  <a:cubicBezTo>
                    <a:pt x="19336" y="1775"/>
                    <a:pt x="18818" y="2995"/>
                    <a:pt x="18671" y="4917"/>
                  </a:cubicBezTo>
                  <a:cubicBezTo>
                    <a:pt x="18671" y="5139"/>
                    <a:pt x="18597" y="5620"/>
                    <a:pt x="18449" y="6359"/>
                  </a:cubicBezTo>
                  <a:cubicBezTo>
                    <a:pt x="17303" y="11794"/>
                    <a:pt x="12718" y="30131"/>
                    <a:pt x="8393" y="47323"/>
                  </a:cubicBezTo>
                  <a:cubicBezTo>
                    <a:pt x="6211" y="55937"/>
                    <a:pt x="4141" y="64218"/>
                    <a:pt x="2588" y="70503"/>
                  </a:cubicBezTo>
                  <a:cubicBezTo>
                    <a:pt x="1812" y="73646"/>
                    <a:pt x="1147" y="76271"/>
                    <a:pt x="703" y="78156"/>
                  </a:cubicBezTo>
                  <a:cubicBezTo>
                    <a:pt x="481" y="79081"/>
                    <a:pt x="296" y="79857"/>
                    <a:pt x="185" y="80412"/>
                  </a:cubicBezTo>
                  <a:cubicBezTo>
                    <a:pt x="148" y="80707"/>
                    <a:pt x="74" y="80929"/>
                    <a:pt x="74" y="81114"/>
                  </a:cubicBezTo>
                  <a:cubicBezTo>
                    <a:pt x="37" y="81262"/>
                    <a:pt x="0" y="81373"/>
                    <a:pt x="0" y="81484"/>
                  </a:cubicBezTo>
                  <a:cubicBezTo>
                    <a:pt x="0" y="81779"/>
                    <a:pt x="74" y="82075"/>
                    <a:pt x="222" y="82334"/>
                  </a:cubicBezTo>
                  <a:cubicBezTo>
                    <a:pt x="444" y="82704"/>
                    <a:pt x="814" y="83000"/>
                    <a:pt x="1331" y="83184"/>
                  </a:cubicBezTo>
                  <a:cubicBezTo>
                    <a:pt x="1886" y="83369"/>
                    <a:pt x="2551" y="83443"/>
                    <a:pt x="3402" y="83443"/>
                  </a:cubicBezTo>
                  <a:cubicBezTo>
                    <a:pt x="5250" y="83443"/>
                    <a:pt x="7949" y="83037"/>
                    <a:pt x="11794" y="82075"/>
                  </a:cubicBezTo>
                  <a:cubicBezTo>
                    <a:pt x="19114" y="80227"/>
                    <a:pt x="40705" y="72943"/>
                    <a:pt x="40705" y="72943"/>
                  </a:cubicBezTo>
                  <a:cubicBezTo>
                    <a:pt x="40816" y="72907"/>
                    <a:pt x="40927" y="72796"/>
                    <a:pt x="40927" y="72685"/>
                  </a:cubicBezTo>
                  <a:lnTo>
                    <a:pt x="42849" y="57342"/>
                  </a:lnTo>
                  <a:cubicBezTo>
                    <a:pt x="42849" y="57231"/>
                    <a:pt x="42812" y="57157"/>
                    <a:pt x="42738" y="57083"/>
                  </a:cubicBezTo>
                  <a:cubicBezTo>
                    <a:pt x="42684" y="57029"/>
                    <a:pt x="42610" y="56995"/>
                    <a:pt x="42546" y="56995"/>
                  </a:cubicBezTo>
                  <a:cubicBezTo>
                    <a:pt x="42522" y="56995"/>
                    <a:pt x="42499" y="56999"/>
                    <a:pt x="42480" y="57009"/>
                  </a:cubicBezTo>
                  <a:lnTo>
                    <a:pt x="20445" y="61409"/>
                  </a:lnTo>
                  <a:lnTo>
                    <a:pt x="31204" y="29762"/>
                  </a:lnTo>
                  <a:cubicBezTo>
                    <a:pt x="31278" y="29614"/>
                    <a:pt x="31204" y="29429"/>
                    <a:pt x="31019" y="29355"/>
                  </a:cubicBezTo>
                  <a:cubicBezTo>
                    <a:pt x="30994" y="29349"/>
                    <a:pt x="30968" y="29346"/>
                    <a:pt x="30943" y="29346"/>
                  </a:cubicBezTo>
                  <a:cubicBezTo>
                    <a:pt x="30813" y="29346"/>
                    <a:pt x="30680" y="29423"/>
                    <a:pt x="30649" y="29577"/>
                  </a:cubicBezTo>
                  <a:lnTo>
                    <a:pt x="19669" y="61741"/>
                  </a:lnTo>
                  <a:cubicBezTo>
                    <a:pt x="19632" y="61815"/>
                    <a:pt x="19669" y="61963"/>
                    <a:pt x="19743" y="62037"/>
                  </a:cubicBezTo>
                  <a:cubicBezTo>
                    <a:pt x="19797" y="62091"/>
                    <a:pt x="19871" y="62126"/>
                    <a:pt x="19950" y="62126"/>
                  </a:cubicBezTo>
                  <a:cubicBezTo>
                    <a:pt x="19979" y="62126"/>
                    <a:pt x="20009" y="62121"/>
                    <a:pt x="20038" y="62111"/>
                  </a:cubicBezTo>
                  <a:lnTo>
                    <a:pt x="42184" y="57675"/>
                  </a:lnTo>
                  <a:lnTo>
                    <a:pt x="40323" y="72417"/>
                  </a:lnTo>
                  <a:lnTo>
                    <a:pt x="40323" y="72417"/>
                  </a:lnTo>
                  <a:cubicBezTo>
                    <a:pt x="40166" y="72467"/>
                    <a:pt x="39920" y="72546"/>
                    <a:pt x="39596" y="72648"/>
                  </a:cubicBezTo>
                  <a:cubicBezTo>
                    <a:pt x="35344" y="74090"/>
                    <a:pt x="18005" y="79894"/>
                    <a:pt x="11646" y="81484"/>
                  </a:cubicBezTo>
                  <a:cubicBezTo>
                    <a:pt x="7838" y="82408"/>
                    <a:pt x="5176" y="82815"/>
                    <a:pt x="3402" y="82815"/>
                  </a:cubicBezTo>
                  <a:cubicBezTo>
                    <a:pt x="2330" y="82815"/>
                    <a:pt x="1590" y="82667"/>
                    <a:pt x="1183" y="82408"/>
                  </a:cubicBezTo>
                  <a:cubicBezTo>
                    <a:pt x="962" y="82297"/>
                    <a:pt x="851" y="82186"/>
                    <a:pt x="740" y="82038"/>
                  </a:cubicBezTo>
                  <a:cubicBezTo>
                    <a:pt x="666" y="81853"/>
                    <a:pt x="629" y="81706"/>
                    <a:pt x="629" y="81484"/>
                  </a:cubicBezTo>
                  <a:cubicBezTo>
                    <a:pt x="629" y="81484"/>
                    <a:pt x="629" y="81336"/>
                    <a:pt x="666" y="81188"/>
                  </a:cubicBezTo>
                  <a:cubicBezTo>
                    <a:pt x="925" y="79746"/>
                    <a:pt x="2219" y="74459"/>
                    <a:pt x="3993" y="67361"/>
                  </a:cubicBezTo>
                  <a:cubicBezTo>
                    <a:pt x="6655" y="56676"/>
                    <a:pt x="10426" y="41777"/>
                    <a:pt x="13569" y="29207"/>
                  </a:cubicBezTo>
                  <a:cubicBezTo>
                    <a:pt x="15121" y="22922"/>
                    <a:pt x="16526" y="17229"/>
                    <a:pt x="17561" y="12903"/>
                  </a:cubicBezTo>
                  <a:cubicBezTo>
                    <a:pt x="18079" y="10759"/>
                    <a:pt x="18486" y="8947"/>
                    <a:pt x="18781" y="7616"/>
                  </a:cubicBezTo>
                  <a:cubicBezTo>
                    <a:pt x="19077" y="6248"/>
                    <a:pt x="19262" y="5361"/>
                    <a:pt x="19299" y="4954"/>
                  </a:cubicBezTo>
                  <a:cubicBezTo>
                    <a:pt x="19447" y="3106"/>
                    <a:pt x="19928" y="2034"/>
                    <a:pt x="20445" y="1405"/>
                  </a:cubicBezTo>
                  <a:cubicBezTo>
                    <a:pt x="21000" y="777"/>
                    <a:pt x="21591" y="629"/>
                    <a:pt x="22072" y="629"/>
                  </a:cubicBezTo>
                  <a:cubicBezTo>
                    <a:pt x="22626" y="629"/>
                    <a:pt x="24068" y="740"/>
                    <a:pt x="25362" y="814"/>
                  </a:cubicBezTo>
                  <a:cubicBezTo>
                    <a:pt x="26656" y="925"/>
                    <a:pt x="27802" y="1035"/>
                    <a:pt x="27802" y="1035"/>
                  </a:cubicBezTo>
                  <a:cubicBezTo>
                    <a:pt x="27822" y="1039"/>
                    <a:pt x="27841" y="1041"/>
                    <a:pt x="27859" y="1041"/>
                  </a:cubicBezTo>
                  <a:cubicBezTo>
                    <a:pt x="28017" y="1041"/>
                    <a:pt x="28135" y="909"/>
                    <a:pt x="28135" y="777"/>
                  </a:cubicBezTo>
                  <a:cubicBezTo>
                    <a:pt x="28172" y="592"/>
                    <a:pt x="28024" y="444"/>
                    <a:pt x="27876" y="444"/>
                  </a:cubicBezTo>
                  <a:cubicBezTo>
                    <a:pt x="27876" y="444"/>
                    <a:pt x="26693" y="333"/>
                    <a:pt x="25399" y="222"/>
                  </a:cubicBezTo>
                  <a:cubicBezTo>
                    <a:pt x="24105" y="111"/>
                    <a:pt x="22663" y="0"/>
                    <a:pt x="2207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37">
              <a:extLst>
                <a:ext uri="{FF2B5EF4-FFF2-40B4-BE49-F238E27FC236}">
                  <a16:creationId xmlns:a16="http://schemas.microsoft.com/office/drawing/2014/main" id="{374BB010-7D8C-967E-2551-A9BDAFB9ACB0}"/>
                </a:ext>
              </a:extLst>
            </p:cNvPr>
            <p:cNvSpPr/>
            <p:nvPr/>
          </p:nvSpPr>
          <p:spPr>
            <a:xfrm>
              <a:off x="4389950" y="3681000"/>
              <a:ext cx="277300" cy="403025"/>
            </a:xfrm>
            <a:custGeom>
              <a:avLst/>
              <a:gdLst/>
              <a:ahLst/>
              <a:cxnLst/>
              <a:rect l="l" t="t" r="r" b="b"/>
              <a:pathLst>
                <a:path w="11092" h="16121" extrusionOk="0">
                  <a:moveTo>
                    <a:pt x="1258" y="1"/>
                  </a:moveTo>
                  <a:lnTo>
                    <a:pt x="1" y="15713"/>
                  </a:lnTo>
                  <a:lnTo>
                    <a:pt x="10130" y="16120"/>
                  </a:lnTo>
                  <a:lnTo>
                    <a:pt x="11092" y="851"/>
                  </a:lnTo>
                  <a:lnTo>
                    <a:pt x="125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37">
              <a:extLst>
                <a:ext uri="{FF2B5EF4-FFF2-40B4-BE49-F238E27FC236}">
                  <a16:creationId xmlns:a16="http://schemas.microsoft.com/office/drawing/2014/main" id="{5BDB199B-D202-FF9C-24BD-7B3A24867062}"/>
                </a:ext>
              </a:extLst>
            </p:cNvPr>
            <p:cNvSpPr/>
            <p:nvPr/>
          </p:nvSpPr>
          <p:spPr>
            <a:xfrm>
              <a:off x="4381625" y="3673250"/>
              <a:ext cx="293950" cy="419075"/>
            </a:xfrm>
            <a:custGeom>
              <a:avLst/>
              <a:gdLst/>
              <a:ahLst/>
              <a:cxnLst/>
              <a:rect l="l" t="t" r="r" b="b"/>
              <a:pathLst>
                <a:path w="11758" h="16763" extrusionOk="0">
                  <a:moveTo>
                    <a:pt x="1864" y="633"/>
                  </a:moveTo>
                  <a:lnTo>
                    <a:pt x="11092" y="1420"/>
                  </a:lnTo>
                  <a:lnTo>
                    <a:pt x="10205" y="16134"/>
                  </a:lnTo>
                  <a:lnTo>
                    <a:pt x="666" y="15728"/>
                  </a:lnTo>
                  <a:lnTo>
                    <a:pt x="1864" y="633"/>
                  </a:lnTo>
                  <a:close/>
                  <a:moveTo>
                    <a:pt x="1562" y="1"/>
                  </a:moveTo>
                  <a:cubicBezTo>
                    <a:pt x="1499" y="1"/>
                    <a:pt x="1433" y="35"/>
                    <a:pt x="1406" y="89"/>
                  </a:cubicBezTo>
                  <a:cubicBezTo>
                    <a:pt x="1332" y="126"/>
                    <a:pt x="1295" y="200"/>
                    <a:pt x="1295" y="274"/>
                  </a:cubicBezTo>
                  <a:lnTo>
                    <a:pt x="38" y="16023"/>
                  </a:lnTo>
                  <a:cubicBezTo>
                    <a:pt x="1" y="16097"/>
                    <a:pt x="38" y="16171"/>
                    <a:pt x="112" y="16245"/>
                  </a:cubicBezTo>
                  <a:cubicBezTo>
                    <a:pt x="149" y="16319"/>
                    <a:pt x="223" y="16356"/>
                    <a:pt x="334" y="16356"/>
                  </a:cubicBezTo>
                  <a:lnTo>
                    <a:pt x="10463" y="16763"/>
                  </a:lnTo>
                  <a:cubicBezTo>
                    <a:pt x="10648" y="16763"/>
                    <a:pt x="10759" y="16615"/>
                    <a:pt x="10796" y="16467"/>
                  </a:cubicBezTo>
                  <a:lnTo>
                    <a:pt x="11720" y="1161"/>
                  </a:lnTo>
                  <a:cubicBezTo>
                    <a:pt x="11757" y="1013"/>
                    <a:pt x="11610" y="865"/>
                    <a:pt x="11462" y="829"/>
                  </a:cubicBezTo>
                  <a:lnTo>
                    <a:pt x="1628" y="15"/>
                  </a:lnTo>
                  <a:cubicBezTo>
                    <a:pt x="1608" y="5"/>
                    <a:pt x="1585" y="1"/>
                    <a:pt x="15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37">
              <a:extLst>
                <a:ext uri="{FF2B5EF4-FFF2-40B4-BE49-F238E27FC236}">
                  <a16:creationId xmlns:a16="http://schemas.microsoft.com/office/drawing/2014/main" id="{6E03A18D-B9D9-65FF-E4C8-DDA48A563605}"/>
                </a:ext>
              </a:extLst>
            </p:cNvPr>
            <p:cNvSpPr/>
            <p:nvPr/>
          </p:nvSpPr>
          <p:spPr>
            <a:xfrm>
              <a:off x="4512875" y="3582125"/>
              <a:ext cx="70275" cy="158075"/>
            </a:xfrm>
            <a:custGeom>
              <a:avLst/>
              <a:gdLst/>
              <a:ahLst/>
              <a:cxnLst/>
              <a:rect l="l" t="t" r="r" b="b"/>
              <a:pathLst>
                <a:path w="2811" h="6323" extrusionOk="0">
                  <a:moveTo>
                    <a:pt x="149" y="0"/>
                  </a:moveTo>
                  <a:lnTo>
                    <a:pt x="1" y="6174"/>
                  </a:lnTo>
                  <a:lnTo>
                    <a:pt x="2663" y="6322"/>
                  </a:lnTo>
                  <a:lnTo>
                    <a:pt x="28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37">
              <a:extLst>
                <a:ext uri="{FF2B5EF4-FFF2-40B4-BE49-F238E27FC236}">
                  <a16:creationId xmlns:a16="http://schemas.microsoft.com/office/drawing/2014/main" id="{1AD434DC-E56F-8A0F-FFFC-0FE1B728F793}"/>
                </a:ext>
              </a:extLst>
            </p:cNvPr>
            <p:cNvSpPr/>
            <p:nvPr/>
          </p:nvSpPr>
          <p:spPr>
            <a:xfrm>
              <a:off x="4505475" y="3574725"/>
              <a:ext cx="85075" cy="172850"/>
            </a:xfrm>
            <a:custGeom>
              <a:avLst/>
              <a:gdLst/>
              <a:ahLst/>
              <a:cxnLst/>
              <a:rect l="l" t="t" r="r" b="b"/>
              <a:pathLst>
                <a:path w="3403" h="6914" extrusionOk="0">
                  <a:moveTo>
                    <a:pt x="2774" y="592"/>
                  </a:moveTo>
                  <a:lnTo>
                    <a:pt x="2663" y="6285"/>
                  </a:lnTo>
                  <a:lnTo>
                    <a:pt x="629" y="6174"/>
                  </a:lnTo>
                  <a:lnTo>
                    <a:pt x="735" y="592"/>
                  </a:lnTo>
                  <a:close/>
                  <a:moveTo>
                    <a:pt x="445" y="0"/>
                  </a:moveTo>
                  <a:cubicBezTo>
                    <a:pt x="260" y="0"/>
                    <a:pt x="149" y="111"/>
                    <a:pt x="149" y="296"/>
                  </a:cubicBezTo>
                  <a:lnTo>
                    <a:pt x="1" y="6470"/>
                  </a:lnTo>
                  <a:cubicBezTo>
                    <a:pt x="1" y="6618"/>
                    <a:pt x="112" y="6766"/>
                    <a:pt x="297" y="6766"/>
                  </a:cubicBezTo>
                  <a:lnTo>
                    <a:pt x="2959" y="6914"/>
                  </a:lnTo>
                  <a:cubicBezTo>
                    <a:pt x="3032" y="6914"/>
                    <a:pt x="3106" y="6877"/>
                    <a:pt x="3180" y="6840"/>
                  </a:cubicBezTo>
                  <a:cubicBezTo>
                    <a:pt x="3254" y="6766"/>
                    <a:pt x="3254" y="6692"/>
                    <a:pt x="3291" y="6618"/>
                  </a:cubicBezTo>
                  <a:lnTo>
                    <a:pt x="3402" y="296"/>
                  </a:lnTo>
                  <a:cubicBezTo>
                    <a:pt x="3402" y="222"/>
                    <a:pt x="3402" y="148"/>
                    <a:pt x="3328" y="74"/>
                  </a:cubicBezTo>
                  <a:cubicBezTo>
                    <a:pt x="3254" y="0"/>
                    <a:pt x="3180" y="0"/>
                    <a:pt x="31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37">
              <a:extLst>
                <a:ext uri="{FF2B5EF4-FFF2-40B4-BE49-F238E27FC236}">
                  <a16:creationId xmlns:a16="http://schemas.microsoft.com/office/drawing/2014/main" id="{4B3E8395-2B6E-131D-B831-12D63112B353}"/>
                </a:ext>
              </a:extLst>
            </p:cNvPr>
            <p:cNvSpPr/>
            <p:nvPr/>
          </p:nvSpPr>
          <p:spPr>
            <a:xfrm>
              <a:off x="5426975" y="3461900"/>
              <a:ext cx="1298625" cy="1073150"/>
            </a:xfrm>
            <a:custGeom>
              <a:avLst/>
              <a:gdLst/>
              <a:ahLst/>
              <a:cxnLst/>
              <a:rect l="l" t="t" r="r" b="b"/>
              <a:pathLst>
                <a:path w="51945" h="42926" extrusionOk="0">
                  <a:moveTo>
                    <a:pt x="19915" y="0"/>
                  </a:moveTo>
                  <a:cubicBezTo>
                    <a:pt x="19319" y="0"/>
                    <a:pt x="18770" y="363"/>
                    <a:pt x="18523" y="927"/>
                  </a:cubicBezTo>
                  <a:lnTo>
                    <a:pt x="481" y="40412"/>
                  </a:lnTo>
                  <a:cubicBezTo>
                    <a:pt x="1" y="41447"/>
                    <a:pt x="740" y="42667"/>
                    <a:pt x="1886" y="42667"/>
                  </a:cubicBezTo>
                  <a:lnTo>
                    <a:pt x="31167" y="42926"/>
                  </a:lnTo>
                  <a:cubicBezTo>
                    <a:pt x="31758" y="42926"/>
                    <a:pt x="32350" y="42593"/>
                    <a:pt x="32609" y="42039"/>
                  </a:cubicBezTo>
                  <a:lnTo>
                    <a:pt x="51464" y="3145"/>
                  </a:lnTo>
                  <a:cubicBezTo>
                    <a:pt x="51944" y="2110"/>
                    <a:pt x="51205" y="890"/>
                    <a:pt x="50059" y="853"/>
                  </a:cubicBezTo>
                  <a:lnTo>
                    <a:pt x="20002" y="3"/>
                  </a:lnTo>
                  <a:cubicBezTo>
                    <a:pt x="19973" y="1"/>
                    <a:pt x="19944" y="0"/>
                    <a:pt x="199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37">
              <a:extLst>
                <a:ext uri="{FF2B5EF4-FFF2-40B4-BE49-F238E27FC236}">
                  <a16:creationId xmlns:a16="http://schemas.microsoft.com/office/drawing/2014/main" id="{A1ED0F41-9C44-E1E5-177A-1E3374C1932E}"/>
                </a:ext>
              </a:extLst>
            </p:cNvPr>
            <p:cNvSpPr/>
            <p:nvPr/>
          </p:nvSpPr>
          <p:spPr>
            <a:xfrm>
              <a:off x="5426975" y="3453650"/>
              <a:ext cx="1297700" cy="1088800"/>
            </a:xfrm>
            <a:custGeom>
              <a:avLst/>
              <a:gdLst/>
              <a:ahLst/>
              <a:cxnLst/>
              <a:rect l="l" t="t" r="r" b="b"/>
              <a:pathLst>
                <a:path w="51908" h="43552" extrusionOk="0">
                  <a:moveTo>
                    <a:pt x="20002" y="629"/>
                  </a:moveTo>
                  <a:lnTo>
                    <a:pt x="50059" y="1516"/>
                  </a:lnTo>
                  <a:cubicBezTo>
                    <a:pt x="50798" y="1516"/>
                    <a:pt x="51316" y="2144"/>
                    <a:pt x="51316" y="2810"/>
                  </a:cubicBezTo>
                  <a:cubicBezTo>
                    <a:pt x="51316" y="2995"/>
                    <a:pt x="51279" y="3180"/>
                    <a:pt x="51168" y="3364"/>
                  </a:cubicBezTo>
                  <a:lnTo>
                    <a:pt x="32313" y="42221"/>
                  </a:lnTo>
                  <a:cubicBezTo>
                    <a:pt x="32128" y="42664"/>
                    <a:pt x="31647" y="42960"/>
                    <a:pt x="31167" y="42960"/>
                  </a:cubicBezTo>
                  <a:lnTo>
                    <a:pt x="1886" y="42701"/>
                  </a:lnTo>
                  <a:cubicBezTo>
                    <a:pt x="1147" y="42701"/>
                    <a:pt x="629" y="42073"/>
                    <a:pt x="629" y="41407"/>
                  </a:cubicBezTo>
                  <a:cubicBezTo>
                    <a:pt x="629" y="41222"/>
                    <a:pt x="666" y="41038"/>
                    <a:pt x="740" y="40890"/>
                  </a:cubicBezTo>
                  <a:lnTo>
                    <a:pt x="18819" y="1368"/>
                  </a:lnTo>
                  <a:cubicBezTo>
                    <a:pt x="19003" y="924"/>
                    <a:pt x="19484" y="629"/>
                    <a:pt x="19965" y="629"/>
                  </a:cubicBezTo>
                  <a:close/>
                  <a:moveTo>
                    <a:pt x="19965" y="0"/>
                  </a:moveTo>
                  <a:cubicBezTo>
                    <a:pt x="19225" y="0"/>
                    <a:pt x="18560" y="444"/>
                    <a:pt x="18227" y="1109"/>
                  </a:cubicBezTo>
                  <a:lnTo>
                    <a:pt x="185" y="40631"/>
                  </a:lnTo>
                  <a:cubicBezTo>
                    <a:pt x="74" y="40890"/>
                    <a:pt x="1" y="41149"/>
                    <a:pt x="1" y="41407"/>
                  </a:cubicBezTo>
                  <a:cubicBezTo>
                    <a:pt x="1" y="42406"/>
                    <a:pt x="814" y="43293"/>
                    <a:pt x="1886" y="43293"/>
                  </a:cubicBezTo>
                  <a:lnTo>
                    <a:pt x="31167" y="43552"/>
                  </a:lnTo>
                  <a:cubicBezTo>
                    <a:pt x="31906" y="43552"/>
                    <a:pt x="32572" y="43145"/>
                    <a:pt x="32867" y="42479"/>
                  </a:cubicBezTo>
                  <a:lnTo>
                    <a:pt x="51722" y="3623"/>
                  </a:lnTo>
                  <a:cubicBezTo>
                    <a:pt x="51870" y="3364"/>
                    <a:pt x="51907" y="3069"/>
                    <a:pt x="51907" y="2810"/>
                  </a:cubicBezTo>
                  <a:cubicBezTo>
                    <a:pt x="51907" y="1812"/>
                    <a:pt x="51168" y="924"/>
                    <a:pt x="50059" y="887"/>
                  </a:cubicBezTo>
                  <a:lnTo>
                    <a:pt x="2003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37">
              <a:extLst>
                <a:ext uri="{FF2B5EF4-FFF2-40B4-BE49-F238E27FC236}">
                  <a16:creationId xmlns:a16="http://schemas.microsoft.com/office/drawing/2014/main" id="{19FF51CB-17EE-075A-1CC3-1BFB275AB940}"/>
                </a:ext>
              </a:extLst>
            </p:cNvPr>
            <p:cNvSpPr/>
            <p:nvPr/>
          </p:nvSpPr>
          <p:spPr>
            <a:xfrm>
              <a:off x="5548050" y="4175700"/>
              <a:ext cx="53625" cy="94825"/>
            </a:xfrm>
            <a:custGeom>
              <a:avLst/>
              <a:gdLst/>
              <a:ahLst/>
              <a:cxnLst/>
              <a:rect l="l" t="t" r="r" b="b"/>
              <a:pathLst>
                <a:path w="2145" h="3793" extrusionOk="0">
                  <a:moveTo>
                    <a:pt x="1777" y="0"/>
                  </a:moveTo>
                  <a:cubicBezTo>
                    <a:pt x="1650" y="0"/>
                    <a:pt x="1544" y="69"/>
                    <a:pt x="1516" y="177"/>
                  </a:cubicBezTo>
                  <a:lnTo>
                    <a:pt x="38" y="3357"/>
                  </a:lnTo>
                  <a:cubicBezTo>
                    <a:pt x="1" y="3504"/>
                    <a:pt x="38" y="3689"/>
                    <a:pt x="223" y="3763"/>
                  </a:cubicBezTo>
                  <a:cubicBezTo>
                    <a:pt x="262" y="3783"/>
                    <a:pt x="304" y="3792"/>
                    <a:pt x="347" y="3792"/>
                  </a:cubicBezTo>
                  <a:cubicBezTo>
                    <a:pt x="461" y="3792"/>
                    <a:pt x="575" y="3724"/>
                    <a:pt x="629" y="3615"/>
                  </a:cubicBezTo>
                  <a:lnTo>
                    <a:pt x="2071" y="436"/>
                  </a:lnTo>
                  <a:cubicBezTo>
                    <a:pt x="2145" y="288"/>
                    <a:pt x="2071" y="103"/>
                    <a:pt x="1923" y="29"/>
                  </a:cubicBezTo>
                  <a:cubicBezTo>
                    <a:pt x="1874" y="9"/>
                    <a:pt x="1824" y="0"/>
                    <a:pt x="17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37">
              <a:extLst>
                <a:ext uri="{FF2B5EF4-FFF2-40B4-BE49-F238E27FC236}">
                  <a16:creationId xmlns:a16="http://schemas.microsoft.com/office/drawing/2014/main" id="{99FF2942-88EF-2DEE-6EFD-575F0831A79E}"/>
                </a:ext>
              </a:extLst>
            </p:cNvPr>
            <p:cNvSpPr/>
            <p:nvPr/>
          </p:nvSpPr>
          <p:spPr>
            <a:xfrm>
              <a:off x="5610900" y="3469350"/>
              <a:ext cx="451075" cy="661600"/>
            </a:xfrm>
            <a:custGeom>
              <a:avLst/>
              <a:gdLst/>
              <a:ahLst/>
              <a:cxnLst/>
              <a:rect l="l" t="t" r="r" b="b"/>
              <a:pathLst>
                <a:path w="18043" h="26464" extrusionOk="0">
                  <a:moveTo>
                    <a:pt x="13236" y="1"/>
                  </a:moveTo>
                  <a:cubicBezTo>
                    <a:pt x="12460" y="1"/>
                    <a:pt x="11794" y="407"/>
                    <a:pt x="11499" y="1110"/>
                  </a:cubicBezTo>
                  <a:lnTo>
                    <a:pt x="75" y="26028"/>
                  </a:lnTo>
                  <a:cubicBezTo>
                    <a:pt x="1" y="26176"/>
                    <a:pt x="75" y="26361"/>
                    <a:pt x="223" y="26435"/>
                  </a:cubicBezTo>
                  <a:cubicBezTo>
                    <a:pt x="272" y="26454"/>
                    <a:pt x="322" y="26464"/>
                    <a:pt x="368" y="26464"/>
                  </a:cubicBezTo>
                  <a:cubicBezTo>
                    <a:pt x="496" y="26464"/>
                    <a:pt x="602" y="26395"/>
                    <a:pt x="629" y="26287"/>
                  </a:cubicBezTo>
                  <a:lnTo>
                    <a:pt x="12053" y="1369"/>
                  </a:lnTo>
                  <a:cubicBezTo>
                    <a:pt x="12275" y="888"/>
                    <a:pt x="12719" y="592"/>
                    <a:pt x="13236" y="592"/>
                  </a:cubicBezTo>
                  <a:lnTo>
                    <a:pt x="13273" y="592"/>
                  </a:lnTo>
                  <a:lnTo>
                    <a:pt x="17710" y="740"/>
                  </a:lnTo>
                  <a:cubicBezTo>
                    <a:pt x="17894" y="740"/>
                    <a:pt x="18042" y="592"/>
                    <a:pt x="18042" y="444"/>
                  </a:cubicBezTo>
                  <a:cubicBezTo>
                    <a:pt x="18042" y="259"/>
                    <a:pt x="17931" y="112"/>
                    <a:pt x="17747" y="112"/>
                  </a:cubicBezTo>
                  <a:lnTo>
                    <a:pt x="132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37">
              <a:extLst>
                <a:ext uri="{FF2B5EF4-FFF2-40B4-BE49-F238E27FC236}">
                  <a16:creationId xmlns:a16="http://schemas.microsoft.com/office/drawing/2014/main" id="{36EA5C62-0778-03DD-84D3-E67F390D869C}"/>
                </a:ext>
              </a:extLst>
            </p:cNvPr>
            <p:cNvSpPr/>
            <p:nvPr/>
          </p:nvSpPr>
          <p:spPr>
            <a:xfrm>
              <a:off x="6081350" y="3473050"/>
              <a:ext cx="74900" cy="17575"/>
            </a:xfrm>
            <a:custGeom>
              <a:avLst/>
              <a:gdLst/>
              <a:ahLst/>
              <a:cxnLst/>
              <a:rect l="l" t="t" r="r" b="b"/>
              <a:pathLst>
                <a:path w="2996" h="703" extrusionOk="0">
                  <a:moveTo>
                    <a:pt x="333" y="1"/>
                  </a:moveTo>
                  <a:cubicBezTo>
                    <a:pt x="149" y="1"/>
                    <a:pt x="1" y="148"/>
                    <a:pt x="1" y="296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2663" y="703"/>
                  </a:lnTo>
                  <a:cubicBezTo>
                    <a:pt x="2847" y="703"/>
                    <a:pt x="2995" y="555"/>
                    <a:pt x="2995" y="407"/>
                  </a:cubicBezTo>
                  <a:cubicBezTo>
                    <a:pt x="2995" y="222"/>
                    <a:pt x="2847" y="74"/>
                    <a:pt x="2700" y="74"/>
                  </a:cubicBezTo>
                  <a:lnTo>
                    <a:pt x="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37">
              <a:extLst>
                <a:ext uri="{FF2B5EF4-FFF2-40B4-BE49-F238E27FC236}">
                  <a16:creationId xmlns:a16="http://schemas.microsoft.com/office/drawing/2014/main" id="{32CB0785-ED69-DC13-532F-FF64637A5EDE}"/>
                </a:ext>
              </a:extLst>
            </p:cNvPr>
            <p:cNvSpPr/>
            <p:nvPr/>
          </p:nvSpPr>
          <p:spPr>
            <a:xfrm>
              <a:off x="6350325" y="4060025"/>
              <a:ext cx="263225" cy="113650"/>
            </a:xfrm>
            <a:custGeom>
              <a:avLst/>
              <a:gdLst/>
              <a:ahLst/>
              <a:cxnLst/>
              <a:rect l="l" t="t" r="r" b="b"/>
              <a:pathLst>
                <a:path w="10529" h="4546" extrusionOk="0">
                  <a:moveTo>
                    <a:pt x="9134" y="1"/>
                  </a:moveTo>
                  <a:cubicBezTo>
                    <a:pt x="9019" y="1"/>
                    <a:pt x="8895" y="12"/>
                    <a:pt x="8762" y="35"/>
                  </a:cubicBezTo>
                  <a:cubicBezTo>
                    <a:pt x="8762" y="35"/>
                    <a:pt x="5287" y="1551"/>
                    <a:pt x="2625" y="2586"/>
                  </a:cubicBezTo>
                  <a:cubicBezTo>
                    <a:pt x="0" y="3621"/>
                    <a:pt x="1479" y="4545"/>
                    <a:pt x="2551" y="4545"/>
                  </a:cubicBezTo>
                  <a:cubicBezTo>
                    <a:pt x="3586" y="4545"/>
                    <a:pt x="7616" y="3325"/>
                    <a:pt x="9132" y="2364"/>
                  </a:cubicBezTo>
                  <a:cubicBezTo>
                    <a:pt x="10529" y="1512"/>
                    <a:pt x="10481" y="1"/>
                    <a:pt x="91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37">
              <a:extLst>
                <a:ext uri="{FF2B5EF4-FFF2-40B4-BE49-F238E27FC236}">
                  <a16:creationId xmlns:a16="http://schemas.microsoft.com/office/drawing/2014/main" id="{7829E112-6F51-F608-FF0C-7F556A4669E4}"/>
                </a:ext>
              </a:extLst>
            </p:cNvPr>
            <p:cNvSpPr/>
            <p:nvPr/>
          </p:nvSpPr>
          <p:spPr>
            <a:xfrm>
              <a:off x="6386375" y="4075675"/>
              <a:ext cx="210750" cy="90600"/>
            </a:xfrm>
            <a:custGeom>
              <a:avLst/>
              <a:gdLst/>
              <a:ahLst/>
              <a:cxnLst/>
              <a:rect l="l" t="t" r="r" b="b"/>
              <a:pathLst>
                <a:path w="8430" h="3624" extrusionOk="0">
                  <a:moveTo>
                    <a:pt x="8355" y="0"/>
                  </a:moveTo>
                  <a:cubicBezTo>
                    <a:pt x="7801" y="222"/>
                    <a:pt x="7135" y="481"/>
                    <a:pt x="6507" y="703"/>
                  </a:cubicBezTo>
                  <a:cubicBezTo>
                    <a:pt x="5139" y="1220"/>
                    <a:pt x="3697" y="1627"/>
                    <a:pt x="2551" y="1886"/>
                  </a:cubicBezTo>
                  <a:cubicBezTo>
                    <a:pt x="2218" y="1997"/>
                    <a:pt x="1922" y="2034"/>
                    <a:pt x="1627" y="2108"/>
                  </a:cubicBezTo>
                  <a:cubicBezTo>
                    <a:pt x="1516" y="2145"/>
                    <a:pt x="1405" y="2182"/>
                    <a:pt x="1294" y="2219"/>
                  </a:cubicBezTo>
                  <a:cubicBezTo>
                    <a:pt x="776" y="2440"/>
                    <a:pt x="444" y="2625"/>
                    <a:pt x="222" y="2810"/>
                  </a:cubicBezTo>
                  <a:cubicBezTo>
                    <a:pt x="37" y="2958"/>
                    <a:pt x="0" y="3069"/>
                    <a:pt x="37" y="3106"/>
                  </a:cubicBezTo>
                  <a:cubicBezTo>
                    <a:pt x="37" y="3143"/>
                    <a:pt x="37" y="3180"/>
                    <a:pt x="74" y="3254"/>
                  </a:cubicBezTo>
                  <a:cubicBezTo>
                    <a:pt x="111" y="3328"/>
                    <a:pt x="222" y="3365"/>
                    <a:pt x="333" y="3439"/>
                  </a:cubicBezTo>
                  <a:cubicBezTo>
                    <a:pt x="518" y="3550"/>
                    <a:pt x="850" y="3624"/>
                    <a:pt x="1072" y="3624"/>
                  </a:cubicBezTo>
                  <a:lnTo>
                    <a:pt x="1109" y="3624"/>
                  </a:lnTo>
                  <a:cubicBezTo>
                    <a:pt x="1294" y="3624"/>
                    <a:pt x="1738" y="3550"/>
                    <a:pt x="2292" y="3439"/>
                  </a:cubicBezTo>
                  <a:cubicBezTo>
                    <a:pt x="2810" y="3291"/>
                    <a:pt x="3475" y="3106"/>
                    <a:pt x="4141" y="2921"/>
                  </a:cubicBezTo>
                  <a:cubicBezTo>
                    <a:pt x="5435" y="2477"/>
                    <a:pt x="6840" y="1923"/>
                    <a:pt x="7542" y="1479"/>
                  </a:cubicBezTo>
                  <a:cubicBezTo>
                    <a:pt x="8171" y="1110"/>
                    <a:pt x="8429" y="592"/>
                    <a:pt x="8429" y="259"/>
                  </a:cubicBezTo>
                  <a:cubicBezTo>
                    <a:pt x="8429" y="148"/>
                    <a:pt x="8392" y="74"/>
                    <a:pt x="8355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37">
              <a:extLst>
                <a:ext uri="{FF2B5EF4-FFF2-40B4-BE49-F238E27FC236}">
                  <a16:creationId xmlns:a16="http://schemas.microsoft.com/office/drawing/2014/main" id="{FA11087D-FD83-362F-254A-0F9EAF7D3976}"/>
                </a:ext>
              </a:extLst>
            </p:cNvPr>
            <p:cNvSpPr/>
            <p:nvPr/>
          </p:nvSpPr>
          <p:spPr>
            <a:xfrm>
              <a:off x="6371575" y="4051650"/>
              <a:ext cx="240325" cy="130350"/>
            </a:xfrm>
            <a:custGeom>
              <a:avLst/>
              <a:gdLst/>
              <a:ahLst/>
              <a:cxnLst/>
              <a:rect l="l" t="t" r="r" b="b"/>
              <a:pathLst>
                <a:path w="9613" h="5214" extrusionOk="0">
                  <a:moveTo>
                    <a:pt x="8282" y="629"/>
                  </a:moveTo>
                  <a:cubicBezTo>
                    <a:pt x="8578" y="629"/>
                    <a:pt x="8726" y="703"/>
                    <a:pt x="8836" y="814"/>
                  </a:cubicBezTo>
                  <a:cubicBezTo>
                    <a:pt x="8947" y="924"/>
                    <a:pt x="9021" y="1035"/>
                    <a:pt x="9021" y="1220"/>
                  </a:cubicBezTo>
                  <a:cubicBezTo>
                    <a:pt x="9021" y="1553"/>
                    <a:pt x="8763" y="2071"/>
                    <a:pt x="8134" y="2440"/>
                  </a:cubicBezTo>
                  <a:cubicBezTo>
                    <a:pt x="7432" y="2884"/>
                    <a:pt x="6027" y="3438"/>
                    <a:pt x="4733" y="3882"/>
                  </a:cubicBezTo>
                  <a:cubicBezTo>
                    <a:pt x="4067" y="4067"/>
                    <a:pt x="3402" y="4252"/>
                    <a:pt x="2884" y="4400"/>
                  </a:cubicBezTo>
                  <a:cubicBezTo>
                    <a:pt x="2330" y="4511"/>
                    <a:pt x="1886" y="4585"/>
                    <a:pt x="1701" y="4585"/>
                  </a:cubicBezTo>
                  <a:cubicBezTo>
                    <a:pt x="1442" y="4585"/>
                    <a:pt x="1110" y="4511"/>
                    <a:pt x="925" y="4400"/>
                  </a:cubicBezTo>
                  <a:cubicBezTo>
                    <a:pt x="814" y="4326"/>
                    <a:pt x="703" y="4289"/>
                    <a:pt x="666" y="4215"/>
                  </a:cubicBezTo>
                  <a:cubicBezTo>
                    <a:pt x="629" y="4141"/>
                    <a:pt x="629" y="4104"/>
                    <a:pt x="629" y="4067"/>
                  </a:cubicBezTo>
                  <a:cubicBezTo>
                    <a:pt x="592" y="4030"/>
                    <a:pt x="629" y="3919"/>
                    <a:pt x="814" y="3771"/>
                  </a:cubicBezTo>
                  <a:cubicBezTo>
                    <a:pt x="1036" y="3586"/>
                    <a:pt x="1368" y="3401"/>
                    <a:pt x="1886" y="3180"/>
                  </a:cubicBezTo>
                  <a:cubicBezTo>
                    <a:pt x="4319" y="2234"/>
                    <a:pt x="7431" y="886"/>
                    <a:pt x="7949" y="661"/>
                  </a:cubicBezTo>
                  <a:lnTo>
                    <a:pt x="7949" y="661"/>
                  </a:lnTo>
                  <a:lnTo>
                    <a:pt x="7949" y="666"/>
                  </a:lnTo>
                  <a:cubicBezTo>
                    <a:pt x="8060" y="629"/>
                    <a:pt x="8171" y="629"/>
                    <a:pt x="8282" y="629"/>
                  </a:cubicBezTo>
                  <a:close/>
                  <a:moveTo>
                    <a:pt x="8282" y="0"/>
                  </a:moveTo>
                  <a:cubicBezTo>
                    <a:pt x="8134" y="0"/>
                    <a:pt x="8023" y="37"/>
                    <a:pt x="7875" y="37"/>
                  </a:cubicBezTo>
                  <a:lnTo>
                    <a:pt x="7801" y="74"/>
                  </a:lnTo>
                  <a:cubicBezTo>
                    <a:pt x="7801" y="74"/>
                    <a:pt x="6914" y="444"/>
                    <a:pt x="5731" y="961"/>
                  </a:cubicBezTo>
                  <a:cubicBezTo>
                    <a:pt x="4511" y="1479"/>
                    <a:pt x="2995" y="2107"/>
                    <a:pt x="1664" y="2625"/>
                  </a:cubicBezTo>
                  <a:cubicBezTo>
                    <a:pt x="1110" y="2847"/>
                    <a:pt x="703" y="3069"/>
                    <a:pt x="444" y="3291"/>
                  </a:cubicBezTo>
                  <a:cubicBezTo>
                    <a:pt x="148" y="3512"/>
                    <a:pt x="0" y="3808"/>
                    <a:pt x="0" y="4067"/>
                  </a:cubicBezTo>
                  <a:cubicBezTo>
                    <a:pt x="0" y="4289"/>
                    <a:pt x="74" y="4474"/>
                    <a:pt x="185" y="4622"/>
                  </a:cubicBezTo>
                  <a:cubicBezTo>
                    <a:pt x="370" y="4806"/>
                    <a:pt x="629" y="4954"/>
                    <a:pt x="888" y="5065"/>
                  </a:cubicBezTo>
                  <a:cubicBezTo>
                    <a:pt x="1147" y="5139"/>
                    <a:pt x="1405" y="5213"/>
                    <a:pt x="1701" y="5213"/>
                  </a:cubicBezTo>
                  <a:cubicBezTo>
                    <a:pt x="1997" y="5176"/>
                    <a:pt x="2441" y="5102"/>
                    <a:pt x="2995" y="4991"/>
                  </a:cubicBezTo>
                  <a:cubicBezTo>
                    <a:pt x="3845" y="4769"/>
                    <a:pt x="4918" y="4474"/>
                    <a:pt x="5916" y="4104"/>
                  </a:cubicBezTo>
                  <a:cubicBezTo>
                    <a:pt x="6914" y="3734"/>
                    <a:pt x="7838" y="3365"/>
                    <a:pt x="8467" y="2995"/>
                  </a:cubicBezTo>
                  <a:cubicBezTo>
                    <a:pt x="9206" y="2514"/>
                    <a:pt x="9613" y="1849"/>
                    <a:pt x="9613" y="1220"/>
                  </a:cubicBezTo>
                  <a:cubicBezTo>
                    <a:pt x="9613" y="887"/>
                    <a:pt x="9502" y="592"/>
                    <a:pt x="9243" y="370"/>
                  </a:cubicBezTo>
                  <a:cubicBezTo>
                    <a:pt x="9021" y="148"/>
                    <a:pt x="8689" y="0"/>
                    <a:pt x="828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37">
              <a:extLst>
                <a:ext uri="{FF2B5EF4-FFF2-40B4-BE49-F238E27FC236}">
                  <a16:creationId xmlns:a16="http://schemas.microsoft.com/office/drawing/2014/main" id="{5D9D613B-88A1-8A9A-A026-73E3BF4453A9}"/>
                </a:ext>
              </a:extLst>
            </p:cNvPr>
            <p:cNvSpPr/>
            <p:nvPr/>
          </p:nvSpPr>
          <p:spPr>
            <a:xfrm>
              <a:off x="6319825" y="3967450"/>
              <a:ext cx="358550" cy="155375"/>
            </a:xfrm>
            <a:custGeom>
              <a:avLst/>
              <a:gdLst/>
              <a:ahLst/>
              <a:cxnLst/>
              <a:rect l="l" t="t" r="r" b="b"/>
              <a:pathLst>
                <a:path w="14342" h="6215" extrusionOk="0">
                  <a:moveTo>
                    <a:pt x="12382" y="1"/>
                  </a:moveTo>
                  <a:cubicBezTo>
                    <a:pt x="12234" y="1"/>
                    <a:pt x="12075" y="14"/>
                    <a:pt x="11905" y="41"/>
                  </a:cubicBezTo>
                  <a:cubicBezTo>
                    <a:pt x="11905" y="41"/>
                    <a:pt x="7172" y="2111"/>
                    <a:pt x="3586" y="3516"/>
                  </a:cubicBezTo>
                  <a:cubicBezTo>
                    <a:pt x="0" y="4921"/>
                    <a:pt x="2034" y="6215"/>
                    <a:pt x="3438" y="6215"/>
                  </a:cubicBezTo>
                  <a:cubicBezTo>
                    <a:pt x="4880" y="6215"/>
                    <a:pt x="10389" y="4551"/>
                    <a:pt x="12422" y="3257"/>
                  </a:cubicBezTo>
                  <a:cubicBezTo>
                    <a:pt x="14341" y="2058"/>
                    <a:pt x="14259" y="1"/>
                    <a:pt x="123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37">
              <a:extLst>
                <a:ext uri="{FF2B5EF4-FFF2-40B4-BE49-F238E27FC236}">
                  <a16:creationId xmlns:a16="http://schemas.microsoft.com/office/drawing/2014/main" id="{CC6882D6-8A8E-7E17-F58D-44D14D51312A}"/>
                </a:ext>
              </a:extLst>
            </p:cNvPr>
            <p:cNvSpPr/>
            <p:nvPr/>
          </p:nvSpPr>
          <p:spPr>
            <a:xfrm>
              <a:off x="6366950" y="3975850"/>
              <a:ext cx="291175" cy="139600"/>
            </a:xfrm>
            <a:custGeom>
              <a:avLst/>
              <a:gdLst/>
              <a:ahLst/>
              <a:cxnLst/>
              <a:rect l="l" t="t" r="r" b="b"/>
              <a:pathLst>
                <a:path w="11647" h="5584" extrusionOk="0">
                  <a:moveTo>
                    <a:pt x="10722" y="1"/>
                  </a:moveTo>
                  <a:cubicBezTo>
                    <a:pt x="10685" y="38"/>
                    <a:pt x="10648" y="38"/>
                    <a:pt x="10611" y="75"/>
                  </a:cubicBezTo>
                  <a:cubicBezTo>
                    <a:pt x="9724" y="629"/>
                    <a:pt x="8356" y="1221"/>
                    <a:pt x="6877" y="1738"/>
                  </a:cubicBezTo>
                  <a:cubicBezTo>
                    <a:pt x="5731" y="2145"/>
                    <a:pt x="4548" y="2515"/>
                    <a:pt x="3513" y="2773"/>
                  </a:cubicBezTo>
                  <a:cubicBezTo>
                    <a:pt x="2921" y="3032"/>
                    <a:pt x="2367" y="3254"/>
                    <a:pt x="1812" y="3476"/>
                  </a:cubicBezTo>
                  <a:cubicBezTo>
                    <a:pt x="1073" y="3772"/>
                    <a:pt x="629" y="4030"/>
                    <a:pt x="333" y="4252"/>
                  </a:cubicBezTo>
                  <a:cubicBezTo>
                    <a:pt x="75" y="4511"/>
                    <a:pt x="1" y="4696"/>
                    <a:pt x="1" y="4770"/>
                  </a:cubicBezTo>
                  <a:cubicBezTo>
                    <a:pt x="1" y="4881"/>
                    <a:pt x="38" y="4955"/>
                    <a:pt x="112" y="5029"/>
                  </a:cubicBezTo>
                  <a:cubicBezTo>
                    <a:pt x="185" y="5139"/>
                    <a:pt x="296" y="5213"/>
                    <a:pt x="444" y="5287"/>
                  </a:cubicBezTo>
                  <a:cubicBezTo>
                    <a:pt x="777" y="5472"/>
                    <a:pt x="1184" y="5583"/>
                    <a:pt x="1553" y="5583"/>
                  </a:cubicBezTo>
                  <a:lnTo>
                    <a:pt x="1590" y="5583"/>
                  </a:lnTo>
                  <a:cubicBezTo>
                    <a:pt x="1886" y="5583"/>
                    <a:pt x="2478" y="5472"/>
                    <a:pt x="3217" y="5287"/>
                  </a:cubicBezTo>
                  <a:cubicBezTo>
                    <a:pt x="3956" y="5139"/>
                    <a:pt x="4807" y="4881"/>
                    <a:pt x="5731" y="4585"/>
                  </a:cubicBezTo>
                  <a:cubicBezTo>
                    <a:pt x="7506" y="4030"/>
                    <a:pt x="9391" y="3291"/>
                    <a:pt x="10389" y="2662"/>
                  </a:cubicBezTo>
                  <a:cubicBezTo>
                    <a:pt x="11240" y="2108"/>
                    <a:pt x="11646" y="1405"/>
                    <a:pt x="11609" y="888"/>
                  </a:cubicBezTo>
                  <a:cubicBezTo>
                    <a:pt x="11609" y="629"/>
                    <a:pt x="11535" y="407"/>
                    <a:pt x="11351" y="259"/>
                  </a:cubicBezTo>
                  <a:cubicBezTo>
                    <a:pt x="11240" y="111"/>
                    <a:pt x="11018" y="38"/>
                    <a:pt x="10722" y="1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37">
              <a:extLst>
                <a:ext uri="{FF2B5EF4-FFF2-40B4-BE49-F238E27FC236}">
                  <a16:creationId xmlns:a16="http://schemas.microsoft.com/office/drawing/2014/main" id="{C0A70691-C680-4E18-AE32-D80D2FFBB9B3}"/>
                </a:ext>
              </a:extLst>
            </p:cNvPr>
            <p:cNvSpPr/>
            <p:nvPr/>
          </p:nvSpPr>
          <p:spPr>
            <a:xfrm>
              <a:off x="6351250" y="3960150"/>
              <a:ext cx="321650" cy="170075"/>
            </a:xfrm>
            <a:custGeom>
              <a:avLst/>
              <a:gdLst/>
              <a:ahLst/>
              <a:cxnLst/>
              <a:rect l="l" t="t" r="r" b="b"/>
              <a:pathLst>
                <a:path w="12866" h="6803" extrusionOk="0">
                  <a:moveTo>
                    <a:pt x="11128" y="629"/>
                  </a:moveTo>
                  <a:cubicBezTo>
                    <a:pt x="11572" y="629"/>
                    <a:pt x="11831" y="739"/>
                    <a:pt x="11979" y="887"/>
                  </a:cubicBezTo>
                  <a:cubicBezTo>
                    <a:pt x="12163" y="1035"/>
                    <a:pt x="12237" y="1257"/>
                    <a:pt x="12237" y="1516"/>
                  </a:cubicBezTo>
                  <a:cubicBezTo>
                    <a:pt x="12274" y="2033"/>
                    <a:pt x="11868" y="2736"/>
                    <a:pt x="11017" y="3290"/>
                  </a:cubicBezTo>
                  <a:cubicBezTo>
                    <a:pt x="10019" y="3919"/>
                    <a:pt x="8134" y="4658"/>
                    <a:pt x="6359" y="5213"/>
                  </a:cubicBezTo>
                  <a:cubicBezTo>
                    <a:pt x="5435" y="5509"/>
                    <a:pt x="4584" y="5767"/>
                    <a:pt x="3845" y="5915"/>
                  </a:cubicBezTo>
                  <a:cubicBezTo>
                    <a:pt x="3106" y="6100"/>
                    <a:pt x="2477" y="6211"/>
                    <a:pt x="2181" y="6211"/>
                  </a:cubicBezTo>
                  <a:cubicBezTo>
                    <a:pt x="1849" y="6211"/>
                    <a:pt x="1405" y="6100"/>
                    <a:pt x="1072" y="5915"/>
                  </a:cubicBezTo>
                  <a:cubicBezTo>
                    <a:pt x="924" y="5841"/>
                    <a:pt x="813" y="5767"/>
                    <a:pt x="740" y="5657"/>
                  </a:cubicBezTo>
                  <a:cubicBezTo>
                    <a:pt x="666" y="5583"/>
                    <a:pt x="629" y="5509"/>
                    <a:pt x="629" y="5398"/>
                  </a:cubicBezTo>
                  <a:cubicBezTo>
                    <a:pt x="629" y="5324"/>
                    <a:pt x="703" y="5139"/>
                    <a:pt x="961" y="4880"/>
                  </a:cubicBezTo>
                  <a:cubicBezTo>
                    <a:pt x="1257" y="4658"/>
                    <a:pt x="1701" y="4400"/>
                    <a:pt x="2440" y="4104"/>
                  </a:cubicBezTo>
                  <a:cubicBezTo>
                    <a:pt x="5763" y="2802"/>
                    <a:pt x="10101" y="929"/>
                    <a:pt x="10721" y="661"/>
                  </a:cubicBezTo>
                  <a:lnTo>
                    <a:pt x="10721" y="661"/>
                  </a:lnTo>
                  <a:lnTo>
                    <a:pt x="10722" y="666"/>
                  </a:lnTo>
                  <a:cubicBezTo>
                    <a:pt x="10869" y="629"/>
                    <a:pt x="11017" y="629"/>
                    <a:pt x="11128" y="629"/>
                  </a:cubicBezTo>
                  <a:close/>
                  <a:moveTo>
                    <a:pt x="11128" y="0"/>
                  </a:moveTo>
                  <a:cubicBezTo>
                    <a:pt x="10980" y="0"/>
                    <a:pt x="10796" y="0"/>
                    <a:pt x="10611" y="37"/>
                  </a:cubicBezTo>
                  <a:lnTo>
                    <a:pt x="10537" y="74"/>
                  </a:lnTo>
                  <a:cubicBezTo>
                    <a:pt x="10537" y="74"/>
                    <a:pt x="10241" y="185"/>
                    <a:pt x="9723" y="407"/>
                  </a:cubicBezTo>
                  <a:cubicBezTo>
                    <a:pt x="8245" y="1035"/>
                    <a:pt x="4880" y="2477"/>
                    <a:pt x="2218" y="3512"/>
                  </a:cubicBezTo>
                  <a:cubicBezTo>
                    <a:pt x="1442" y="3808"/>
                    <a:pt x="924" y="4104"/>
                    <a:pt x="555" y="4437"/>
                  </a:cubicBezTo>
                  <a:cubicBezTo>
                    <a:pt x="222" y="4732"/>
                    <a:pt x="0" y="5065"/>
                    <a:pt x="0" y="5398"/>
                  </a:cubicBezTo>
                  <a:cubicBezTo>
                    <a:pt x="0" y="5657"/>
                    <a:pt x="111" y="5878"/>
                    <a:pt x="259" y="6063"/>
                  </a:cubicBezTo>
                  <a:cubicBezTo>
                    <a:pt x="481" y="6322"/>
                    <a:pt x="777" y="6507"/>
                    <a:pt x="1146" y="6618"/>
                  </a:cubicBezTo>
                  <a:cubicBezTo>
                    <a:pt x="1479" y="6729"/>
                    <a:pt x="1849" y="6803"/>
                    <a:pt x="2181" y="6803"/>
                  </a:cubicBezTo>
                  <a:cubicBezTo>
                    <a:pt x="2588" y="6803"/>
                    <a:pt x="3217" y="6692"/>
                    <a:pt x="3956" y="6507"/>
                  </a:cubicBezTo>
                  <a:cubicBezTo>
                    <a:pt x="5102" y="6248"/>
                    <a:pt x="6544" y="5841"/>
                    <a:pt x="7912" y="5324"/>
                  </a:cubicBezTo>
                  <a:cubicBezTo>
                    <a:pt x="9243" y="4843"/>
                    <a:pt x="10537" y="4326"/>
                    <a:pt x="11350" y="3808"/>
                  </a:cubicBezTo>
                  <a:cubicBezTo>
                    <a:pt x="12348" y="3180"/>
                    <a:pt x="12866" y="2329"/>
                    <a:pt x="12866" y="1516"/>
                  </a:cubicBezTo>
                  <a:cubicBezTo>
                    <a:pt x="12866" y="1109"/>
                    <a:pt x="12718" y="703"/>
                    <a:pt x="12422" y="444"/>
                  </a:cubicBezTo>
                  <a:cubicBezTo>
                    <a:pt x="12090" y="148"/>
                    <a:pt x="11683" y="0"/>
                    <a:pt x="111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37">
              <a:extLst>
                <a:ext uri="{FF2B5EF4-FFF2-40B4-BE49-F238E27FC236}">
                  <a16:creationId xmlns:a16="http://schemas.microsoft.com/office/drawing/2014/main" id="{5052B543-259B-D5C0-FC4E-4DFE61ADE504}"/>
                </a:ext>
              </a:extLst>
            </p:cNvPr>
            <p:cNvSpPr/>
            <p:nvPr/>
          </p:nvSpPr>
          <p:spPr>
            <a:xfrm>
              <a:off x="6287475" y="3882150"/>
              <a:ext cx="392175" cy="169525"/>
            </a:xfrm>
            <a:custGeom>
              <a:avLst/>
              <a:gdLst/>
              <a:ahLst/>
              <a:cxnLst/>
              <a:rect l="l" t="t" r="r" b="b"/>
              <a:pathLst>
                <a:path w="15687" h="6781" extrusionOk="0">
                  <a:moveTo>
                    <a:pt x="13608" y="0"/>
                  </a:moveTo>
                  <a:cubicBezTo>
                    <a:pt x="13436" y="0"/>
                    <a:pt x="13251" y="17"/>
                    <a:pt x="13051" y="51"/>
                  </a:cubicBezTo>
                  <a:cubicBezTo>
                    <a:pt x="13051" y="51"/>
                    <a:pt x="7875" y="2307"/>
                    <a:pt x="3919" y="3823"/>
                  </a:cubicBezTo>
                  <a:cubicBezTo>
                    <a:pt x="0" y="5375"/>
                    <a:pt x="2255" y="6780"/>
                    <a:pt x="3808" y="6780"/>
                  </a:cubicBezTo>
                  <a:cubicBezTo>
                    <a:pt x="5324" y="6780"/>
                    <a:pt x="11387" y="4969"/>
                    <a:pt x="13642" y="3564"/>
                  </a:cubicBezTo>
                  <a:cubicBezTo>
                    <a:pt x="15687" y="2269"/>
                    <a:pt x="15627" y="0"/>
                    <a:pt x="136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37">
              <a:extLst>
                <a:ext uri="{FF2B5EF4-FFF2-40B4-BE49-F238E27FC236}">
                  <a16:creationId xmlns:a16="http://schemas.microsoft.com/office/drawing/2014/main" id="{2F9C3292-9A33-4A70-2264-4749BE56EA33}"/>
                </a:ext>
              </a:extLst>
            </p:cNvPr>
            <p:cNvSpPr/>
            <p:nvPr/>
          </p:nvSpPr>
          <p:spPr>
            <a:xfrm>
              <a:off x="6338300" y="3891750"/>
              <a:ext cx="320750" cy="152525"/>
            </a:xfrm>
            <a:custGeom>
              <a:avLst/>
              <a:gdLst/>
              <a:ahLst/>
              <a:cxnLst/>
              <a:rect l="l" t="t" r="r" b="b"/>
              <a:pathLst>
                <a:path w="12830" h="6101" extrusionOk="0">
                  <a:moveTo>
                    <a:pt x="12090" y="0"/>
                  </a:moveTo>
                  <a:cubicBezTo>
                    <a:pt x="12053" y="0"/>
                    <a:pt x="12016" y="37"/>
                    <a:pt x="12016" y="37"/>
                  </a:cubicBezTo>
                  <a:cubicBezTo>
                    <a:pt x="10278" y="1109"/>
                    <a:pt x="6286" y="2440"/>
                    <a:pt x="3845" y="2995"/>
                  </a:cubicBezTo>
                  <a:cubicBezTo>
                    <a:pt x="3217" y="3254"/>
                    <a:pt x="2625" y="3512"/>
                    <a:pt x="2034" y="3734"/>
                  </a:cubicBezTo>
                  <a:cubicBezTo>
                    <a:pt x="1221" y="4067"/>
                    <a:pt x="703" y="4363"/>
                    <a:pt x="407" y="4622"/>
                  </a:cubicBezTo>
                  <a:cubicBezTo>
                    <a:pt x="74" y="4880"/>
                    <a:pt x="1" y="5065"/>
                    <a:pt x="1" y="5213"/>
                  </a:cubicBezTo>
                  <a:cubicBezTo>
                    <a:pt x="1" y="5287"/>
                    <a:pt x="38" y="5398"/>
                    <a:pt x="148" y="5509"/>
                  </a:cubicBezTo>
                  <a:cubicBezTo>
                    <a:pt x="222" y="5583"/>
                    <a:pt x="370" y="5694"/>
                    <a:pt x="555" y="5805"/>
                  </a:cubicBezTo>
                  <a:cubicBezTo>
                    <a:pt x="888" y="5989"/>
                    <a:pt x="1368" y="6100"/>
                    <a:pt x="1738" y="6100"/>
                  </a:cubicBezTo>
                  <a:lnTo>
                    <a:pt x="1775" y="6100"/>
                  </a:lnTo>
                  <a:cubicBezTo>
                    <a:pt x="2108" y="6100"/>
                    <a:pt x="2773" y="5989"/>
                    <a:pt x="3550" y="5805"/>
                  </a:cubicBezTo>
                  <a:cubicBezTo>
                    <a:pt x="4363" y="5620"/>
                    <a:pt x="5324" y="5324"/>
                    <a:pt x="6323" y="5028"/>
                  </a:cubicBezTo>
                  <a:cubicBezTo>
                    <a:pt x="8282" y="4400"/>
                    <a:pt x="10352" y="3586"/>
                    <a:pt x="11424" y="2921"/>
                  </a:cubicBezTo>
                  <a:cubicBezTo>
                    <a:pt x="12386" y="2329"/>
                    <a:pt x="12829" y="1516"/>
                    <a:pt x="12792" y="925"/>
                  </a:cubicBezTo>
                  <a:cubicBezTo>
                    <a:pt x="12792" y="629"/>
                    <a:pt x="12718" y="407"/>
                    <a:pt x="12534" y="222"/>
                  </a:cubicBezTo>
                  <a:cubicBezTo>
                    <a:pt x="12423" y="111"/>
                    <a:pt x="12275" y="37"/>
                    <a:pt x="1209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37">
              <a:extLst>
                <a:ext uri="{FF2B5EF4-FFF2-40B4-BE49-F238E27FC236}">
                  <a16:creationId xmlns:a16="http://schemas.microsoft.com/office/drawing/2014/main" id="{F1580117-5BE0-B23C-4E38-ADD805B6AE36}"/>
                </a:ext>
              </a:extLst>
            </p:cNvPr>
            <p:cNvSpPr/>
            <p:nvPr/>
          </p:nvSpPr>
          <p:spPr>
            <a:xfrm>
              <a:off x="6323525" y="3874175"/>
              <a:ext cx="350300" cy="184875"/>
            </a:xfrm>
            <a:custGeom>
              <a:avLst/>
              <a:gdLst/>
              <a:ahLst/>
              <a:cxnLst/>
              <a:rect l="l" t="t" r="r" b="b"/>
              <a:pathLst>
                <a:path w="14012" h="7395" extrusionOk="0">
                  <a:moveTo>
                    <a:pt x="12163" y="629"/>
                  </a:moveTo>
                  <a:cubicBezTo>
                    <a:pt x="12607" y="629"/>
                    <a:pt x="12903" y="740"/>
                    <a:pt x="13125" y="925"/>
                  </a:cubicBezTo>
                  <a:cubicBezTo>
                    <a:pt x="13309" y="1110"/>
                    <a:pt x="13383" y="1332"/>
                    <a:pt x="13383" y="1628"/>
                  </a:cubicBezTo>
                  <a:cubicBezTo>
                    <a:pt x="13420" y="2219"/>
                    <a:pt x="12977" y="3032"/>
                    <a:pt x="12015" y="3624"/>
                  </a:cubicBezTo>
                  <a:cubicBezTo>
                    <a:pt x="10943" y="4289"/>
                    <a:pt x="8873" y="5103"/>
                    <a:pt x="6914" y="5731"/>
                  </a:cubicBezTo>
                  <a:cubicBezTo>
                    <a:pt x="5915" y="6027"/>
                    <a:pt x="4954" y="6323"/>
                    <a:pt x="4141" y="6508"/>
                  </a:cubicBezTo>
                  <a:cubicBezTo>
                    <a:pt x="3364" y="6692"/>
                    <a:pt x="2699" y="6803"/>
                    <a:pt x="2366" y="6803"/>
                  </a:cubicBezTo>
                  <a:cubicBezTo>
                    <a:pt x="1959" y="6803"/>
                    <a:pt x="1479" y="6692"/>
                    <a:pt x="1146" y="6508"/>
                  </a:cubicBezTo>
                  <a:cubicBezTo>
                    <a:pt x="961" y="6397"/>
                    <a:pt x="813" y="6286"/>
                    <a:pt x="739" y="6212"/>
                  </a:cubicBezTo>
                  <a:cubicBezTo>
                    <a:pt x="629" y="6101"/>
                    <a:pt x="592" y="5990"/>
                    <a:pt x="592" y="5916"/>
                  </a:cubicBezTo>
                  <a:cubicBezTo>
                    <a:pt x="592" y="5768"/>
                    <a:pt x="665" y="5583"/>
                    <a:pt x="998" y="5325"/>
                  </a:cubicBezTo>
                  <a:cubicBezTo>
                    <a:pt x="1294" y="5066"/>
                    <a:pt x="1812" y="4770"/>
                    <a:pt x="2625" y="4437"/>
                  </a:cubicBezTo>
                  <a:cubicBezTo>
                    <a:pt x="6268" y="2994"/>
                    <a:pt x="11030" y="943"/>
                    <a:pt x="11682" y="662"/>
                  </a:cubicBezTo>
                  <a:lnTo>
                    <a:pt x="11682" y="662"/>
                  </a:lnTo>
                  <a:lnTo>
                    <a:pt x="11683" y="666"/>
                  </a:lnTo>
                  <a:cubicBezTo>
                    <a:pt x="11831" y="629"/>
                    <a:pt x="12015" y="629"/>
                    <a:pt x="12163" y="629"/>
                  </a:cubicBezTo>
                  <a:close/>
                  <a:moveTo>
                    <a:pt x="12163" y="1"/>
                  </a:moveTo>
                  <a:cubicBezTo>
                    <a:pt x="11978" y="1"/>
                    <a:pt x="11794" y="38"/>
                    <a:pt x="11572" y="75"/>
                  </a:cubicBezTo>
                  <a:lnTo>
                    <a:pt x="11498" y="75"/>
                  </a:lnTo>
                  <a:cubicBezTo>
                    <a:pt x="11498" y="75"/>
                    <a:pt x="11165" y="223"/>
                    <a:pt x="10611" y="444"/>
                  </a:cubicBezTo>
                  <a:cubicBezTo>
                    <a:pt x="8984" y="1147"/>
                    <a:pt x="5324" y="2700"/>
                    <a:pt x="2366" y="3883"/>
                  </a:cubicBezTo>
                  <a:cubicBezTo>
                    <a:pt x="1553" y="4178"/>
                    <a:pt x="961" y="4511"/>
                    <a:pt x="592" y="4844"/>
                  </a:cubicBezTo>
                  <a:cubicBezTo>
                    <a:pt x="222" y="5177"/>
                    <a:pt x="0" y="5546"/>
                    <a:pt x="0" y="5916"/>
                  </a:cubicBezTo>
                  <a:cubicBezTo>
                    <a:pt x="0" y="6175"/>
                    <a:pt x="111" y="6397"/>
                    <a:pt x="259" y="6582"/>
                  </a:cubicBezTo>
                  <a:cubicBezTo>
                    <a:pt x="481" y="6877"/>
                    <a:pt x="813" y="7062"/>
                    <a:pt x="1183" y="7210"/>
                  </a:cubicBezTo>
                  <a:cubicBezTo>
                    <a:pt x="1553" y="7321"/>
                    <a:pt x="1959" y="7395"/>
                    <a:pt x="2366" y="7395"/>
                  </a:cubicBezTo>
                  <a:cubicBezTo>
                    <a:pt x="2810" y="7395"/>
                    <a:pt x="3475" y="7284"/>
                    <a:pt x="4289" y="7099"/>
                  </a:cubicBezTo>
                  <a:cubicBezTo>
                    <a:pt x="5546" y="6803"/>
                    <a:pt x="7098" y="6323"/>
                    <a:pt x="8614" y="5805"/>
                  </a:cubicBezTo>
                  <a:cubicBezTo>
                    <a:pt x="10093" y="5288"/>
                    <a:pt x="11461" y="4696"/>
                    <a:pt x="12348" y="4142"/>
                  </a:cubicBezTo>
                  <a:cubicBezTo>
                    <a:pt x="13420" y="3439"/>
                    <a:pt x="14012" y="2515"/>
                    <a:pt x="14012" y="1628"/>
                  </a:cubicBezTo>
                  <a:cubicBezTo>
                    <a:pt x="14012" y="1184"/>
                    <a:pt x="13864" y="777"/>
                    <a:pt x="13531" y="481"/>
                  </a:cubicBezTo>
                  <a:cubicBezTo>
                    <a:pt x="13199" y="186"/>
                    <a:pt x="12718" y="1"/>
                    <a:pt x="121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37">
              <a:extLst>
                <a:ext uri="{FF2B5EF4-FFF2-40B4-BE49-F238E27FC236}">
                  <a16:creationId xmlns:a16="http://schemas.microsoft.com/office/drawing/2014/main" id="{AC315335-FF95-553A-D35C-D7F44BE9EBEE}"/>
                </a:ext>
              </a:extLst>
            </p:cNvPr>
            <p:cNvSpPr/>
            <p:nvPr/>
          </p:nvSpPr>
          <p:spPr>
            <a:xfrm>
              <a:off x="6297625" y="3803775"/>
              <a:ext cx="392475" cy="169325"/>
            </a:xfrm>
            <a:custGeom>
              <a:avLst/>
              <a:gdLst/>
              <a:ahLst/>
              <a:cxnLst/>
              <a:rect l="l" t="t" r="r" b="b"/>
              <a:pathLst>
                <a:path w="15699" h="6773" extrusionOk="0">
                  <a:moveTo>
                    <a:pt x="13576" y="0"/>
                  </a:moveTo>
                  <a:cubicBezTo>
                    <a:pt x="13413" y="0"/>
                    <a:pt x="13239" y="14"/>
                    <a:pt x="13051" y="44"/>
                  </a:cubicBezTo>
                  <a:cubicBezTo>
                    <a:pt x="13051" y="44"/>
                    <a:pt x="7876" y="2299"/>
                    <a:pt x="3957" y="3852"/>
                  </a:cubicBezTo>
                  <a:cubicBezTo>
                    <a:pt x="1" y="5368"/>
                    <a:pt x="2256" y="6773"/>
                    <a:pt x="3809" y="6773"/>
                  </a:cubicBezTo>
                  <a:cubicBezTo>
                    <a:pt x="5362" y="6773"/>
                    <a:pt x="11388" y="4961"/>
                    <a:pt x="13643" y="3556"/>
                  </a:cubicBezTo>
                  <a:cubicBezTo>
                    <a:pt x="15699" y="2254"/>
                    <a:pt x="15627" y="0"/>
                    <a:pt x="135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37">
              <a:extLst>
                <a:ext uri="{FF2B5EF4-FFF2-40B4-BE49-F238E27FC236}">
                  <a16:creationId xmlns:a16="http://schemas.microsoft.com/office/drawing/2014/main" id="{A91D479F-C956-2D97-303E-0ADE60995BF4}"/>
                </a:ext>
              </a:extLst>
            </p:cNvPr>
            <p:cNvSpPr/>
            <p:nvPr/>
          </p:nvSpPr>
          <p:spPr>
            <a:xfrm>
              <a:off x="6341075" y="3803950"/>
              <a:ext cx="335525" cy="169150"/>
            </a:xfrm>
            <a:custGeom>
              <a:avLst/>
              <a:gdLst/>
              <a:ahLst/>
              <a:cxnLst/>
              <a:rect l="l" t="t" r="r" b="b"/>
              <a:pathLst>
                <a:path w="13421" h="6766" extrusionOk="0">
                  <a:moveTo>
                    <a:pt x="11868" y="0"/>
                  </a:moveTo>
                  <a:cubicBezTo>
                    <a:pt x="11683" y="0"/>
                    <a:pt x="11535" y="0"/>
                    <a:pt x="11313" y="37"/>
                  </a:cubicBezTo>
                  <a:cubicBezTo>
                    <a:pt x="11313" y="37"/>
                    <a:pt x="6138" y="2292"/>
                    <a:pt x="2219" y="3845"/>
                  </a:cubicBezTo>
                  <a:cubicBezTo>
                    <a:pt x="592" y="4473"/>
                    <a:pt x="0" y="5065"/>
                    <a:pt x="0" y="5583"/>
                  </a:cubicBezTo>
                  <a:cubicBezTo>
                    <a:pt x="0" y="6285"/>
                    <a:pt x="1147" y="6766"/>
                    <a:pt x="2071" y="6766"/>
                  </a:cubicBezTo>
                  <a:cubicBezTo>
                    <a:pt x="3624" y="6766"/>
                    <a:pt x="9650" y="4954"/>
                    <a:pt x="11905" y="3549"/>
                  </a:cubicBezTo>
                  <a:cubicBezTo>
                    <a:pt x="11905" y="3549"/>
                    <a:pt x="11942" y="3512"/>
                    <a:pt x="11979" y="3512"/>
                  </a:cubicBezTo>
                  <a:cubicBezTo>
                    <a:pt x="12164" y="3364"/>
                    <a:pt x="12349" y="3216"/>
                    <a:pt x="12533" y="3069"/>
                  </a:cubicBezTo>
                  <a:cubicBezTo>
                    <a:pt x="13125" y="2514"/>
                    <a:pt x="13421" y="1886"/>
                    <a:pt x="13421" y="1331"/>
                  </a:cubicBezTo>
                  <a:cubicBezTo>
                    <a:pt x="13421" y="592"/>
                    <a:pt x="12903" y="0"/>
                    <a:pt x="11868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37">
              <a:extLst>
                <a:ext uri="{FF2B5EF4-FFF2-40B4-BE49-F238E27FC236}">
                  <a16:creationId xmlns:a16="http://schemas.microsoft.com/office/drawing/2014/main" id="{0B6D6E93-C94F-61B1-6466-507C8F0F5AD6}"/>
                </a:ext>
              </a:extLst>
            </p:cNvPr>
            <p:cNvSpPr/>
            <p:nvPr/>
          </p:nvSpPr>
          <p:spPr>
            <a:xfrm>
              <a:off x="6333675" y="3795625"/>
              <a:ext cx="350325" cy="185800"/>
            </a:xfrm>
            <a:custGeom>
              <a:avLst/>
              <a:gdLst/>
              <a:ahLst/>
              <a:cxnLst/>
              <a:rect l="l" t="t" r="r" b="b"/>
              <a:pathLst>
                <a:path w="14013" h="7432" extrusionOk="0">
                  <a:moveTo>
                    <a:pt x="12164" y="629"/>
                  </a:moveTo>
                  <a:cubicBezTo>
                    <a:pt x="12608" y="629"/>
                    <a:pt x="12903" y="777"/>
                    <a:pt x="13125" y="925"/>
                  </a:cubicBezTo>
                  <a:cubicBezTo>
                    <a:pt x="13310" y="1109"/>
                    <a:pt x="13384" y="1331"/>
                    <a:pt x="13421" y="1664"/>
                  </a:cubicBezTo>
                  <a:cubicBezTo>
                    <a:pt x="13421" y="2219"/>
                    <a:pt x="12977" y="3032"/>
                    <a:pt x="12016" y="3623"/>
                  </a:cubicBezTo>
                  <a:cubicBezTo>
                    <a:pt x="10944" y="4289"/>
                    <a:pt x="8874" y="5102"/>
                    <a:pt x="6914" y="5731"/>
                  </a:cubicBezTo>
                  <a:cubicBezTo>
                    <a:pt x="5916" y="6027"/>
                    <a:pt x="4955" y="6322"/>
                    <a:pt x="4141" y="6507"/>
                  </a:cubicBezTo>
                  <a:cubicBezTo>
                    <a:pt x="3365" y="6692"/>
                    <a:pt x="2700" y="6803"/>
                    <a:pt x="2367" y="6803"/>
                  </a:cubicBezTo>
                  <a:cubicBezTo>
                    <a:pt x="1960" y="6803"/>
                    <a:pt x="1480" y="6692"/>
                    <a:pt x="1147" y="6507"/>
                  </a:cubicBezTo>
                  <a:cubicBezTo>
                    <a:pt x="962" y="6433"/>
                    <a:pt x="814" y="6322"/>
                    <a:pt x="740" y="6211"/>
                  </a:cubicBezTo>
                  <a:cubicBezTo>
                    <a:pt x="629" y="6100"/>
                    <a:pt x="592" y="6027"/>
                    <a:pt x="592" y="5916"/>
                  </a:cubicBezTo>
                  <a:cubicBezTo>
                    <a:pt x="592" y="5805"/>
                    <a:pt x="666" y="5583"/>
                    <a:pt x="999" y="5324"/>
                  </a:cubicBezTo>
                  <a:cubicBezTo>
                    <a:pt x="1295" y="5065"/>
                    <a:pt x="1812" y="4770"/>
                    <a:pt x="2626" y="4437"/>
                  </a:cubicBezTo>
                  <a:cubicBezTo>
                    <a:pt x="6544" y="2884"/>
                    <a:pt x="11757" y="666"/>
                    <a:pt x="11757" y="666"/>
                  </a:cubicBezTo>
                  <a:lnTo>
                    <a:pt x="11751" y="654"/>
                  </a:lnTo>
                  <a:lnTo>
                    <a:pt x="11751" y="654"/>
                  </a:lnTo>
                  <a:cubicBezTo>
                    <a:pt x="11905" y="629"/>
                    <a:pt x="12035" y="629"/>
                    <a:pt x="12164" y="629"/>
                  </a:cubicBezTo>
                  <a:close/>
                  <a:moveTo>
                    <a:pt x="12164" y="0"/>
                  </a:moveTo>
                  <a:cubicBezTo>
                    <a:pt x="11979" y="0"/>
                    <a:pt x="11794" y="37"/>
                    <a:pt x="11572" y="74"/>
                  </a:cubicBezTo>
                  <a:lnTo>
                    <a:pt x="11499" y="74"/>
                  </a:lnTo>
                  <a:cubicBezTo>
                    <a:pt x="11499" y="74"/>
                    <a:pt x="11166" y="222"/>
                    <a:pt x="10648" y="481"/>
                  </a:cubicBezTo>
                  <a:cubicBezTo>
                    <a:pt x="8985" y="1183"/>
                    <a:pt x="5324" y="2736"/>
                    <a:pt x="2367" y="3882"/>
                  </a:cubicBezTo>
                  <a:cubicBezTo>
                    <a:pt x="1553" y="4215"/>
                    <a:pt x="962" y="4511"/>
                    <a:pt x="592" y="4843"/>
                  </a:cubicBezTo>
                  <a:cubicBezTo>
                    <a:pt x="223" y="5176"/>
                    <a:pt x="1" y="5546"/>
                    <a:pt x="1" y="5916"/>
                  </a:cubicBezTo>
                  <a:cubicBezTo>
                    <a:pt x="1" y="6174"/>
                    <a:pt x="112" y="6433"/>
                    <a:pt x="259" y="6618"/>
                  </a:cubicBezTo>
                  <a:cubicBezTo>
                    <a:pt x="481" y="6877"/>
                    <a:pt x="851" y="7062"/>
                    <a:pt x="1184" y="7210"/>
                  </a:cubicBezTo>
                  <a:cubicBezTo>
                    <a:pt x="1553" y="7357"/>
                    <a:pt x="1960" y="7431"/>
                    <a:pt x="2367" y="7431"/>
                  </a:cubicBezTo>
                  <a:cubicBezTo>
                    <a:pt x="2810" y="7431"/>
                    <a:pt x="3476" y="7284"/>
                    <a:pt x="4289" y="7099"/>
                  </a:cubicBezTo>
                  <a:cubicBezTo>
                    <a:pt x="5546" y="6803"/>
                    <a:pt x="7099" y="6359"/>
                    <a:pt x="8615" y="5805"/>
                  </a:cubicBezTo>
                  <a:cubicBezTo>
                    <a:pt x="10094" y="5287"/>
                    <a:pt x="11462" y="4696"/>
                    <a:pt x="12349" y="4141"/>
                  </a:cubicBezTo>
                  <a:cubicBezTo>
                    <a:pt x="13458" y="3476"/>
                    <a:pt x="14013" y="2514"/>
                    <a:pt x="14013" y="1664"/>
                  </a:cubicBezTo>
                  <a:cubicBezTo>
                    <a:pt x="14013" y="1220"/>
                    <a:pt x="13865" y="777"/>
                    <a:pt x="13532" y="481"/>
                  </a:cubicBezTo>
                  <a:cubicBezTo>
                    <a:pt x="13199" y="185"/>
                    <a:pt x="12719" y="0"/>
                    <a:pt x="121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37">
              <a:extLst>
                <a:ext uri="{FF2B5EF4-FFF2-40B4-BE49-F238E27FC236}">
                  <a16:creationId xmlns:a16="http://schemas.microsoft.com/office/drawing/2014/main" id="{E1F839B6-279A-FF90-C809-EAF3D79ED463}"/>
                </a:ext>
              </a:extLst>
            </p:cNvPr>
            <p:cNvSpPr/>
            <p:nvPr/>
          </p:nvSpPr>
          <p:spPr>
            <a:xfrm>
              <a:off x="4942650" y="1866675"/>
              <a:ext cx="849425" cy="1047800"/>
            </a:xfrm>
            <a:custGeom>
              <a:avLst/>
              <a:gdLst/>
              <a:ahLst/>
              <a:cxnLst/>
              <a:rect l="l" t="t" r="r" b="b"/>
              <a:pathLst>
                <a:path w="33977" h="41912" extrusionOk="0">
                  <a:moveTo>
                    <a:pt x="14309" y="0"/>
                  </a:moveTo>
                  <a:cubicBezTo>
                    <a:pt x="14309" y="0"/>
                    <a:pt x="4216" y="6470"/>
                    <a:pt x="2108" y="8984"/>
                  </a:cubicBezTo>
                  <a:cubicBezTo>
                    <a:pt x="1" y="11535"/>
                    <a:pt x="962" y="16859"/>
                    <a:pt x="1110" y="18560"/>
                  </a:cubicBezTo>
                  <a:cubicBezTo>
                    <a:pt x="1258" y="20223"/>
                    <a:pt x="1406" y="31462"/>
                    <a:pt x="2367" y="33274"/>
                  </a:cubicBezTo>
                  <a:cubicBezTo>
                    <a:pt x="3333" y="35063"/>
                    <a:pt x="6205" y="41911"/>
                    <a:pt x="15275" y="41911"/>
                  </a:cubicBezTo>
                  <a:cubicBezTo>
                    <a:pt x="15575" y="41911"/>
                    <a:pt x="15881" y="41904"/>
                    <a:pt x="16194" y="41888"/>
                  </a:cubicBezTo>
                  <a:cubicBezTo>
                    <a:pt x="23255" y="41592"/>
                    <a:pt x="26805" y="35825"/>
                    <a:pt x="28210" y="32165"/>
                  </a:cubicBezTo>
                  <a:cubicBezTo>
                    <a:pt x="29614" y="28505"/>
                    <a:pt x="29910" y="24290"/>
                    <a:pt x="29910" y="24290"/>
                  </a:cubicBezTo>
                  <a:cubicBezTo>
                    <a:pt x="29910" y="24290"/>
                    <a:pt x="33977" y="23588"/>
                    <a:pt x="33977" y="20223"/>
                  </a:cubicBezTo>
                  <a:cubicBezTo>
                    <a:pt x="33977" y="17022"/>
                    <a:pt x="33173" y="13318"/>
                    <a:pt x="31439" y="13318"/>
                  </a:cubicBezTo>
                  <a:cubicBezTo>
                    <a:pt x="31351" y="13318"/>
                    <a:pt x="31260" y="13327"/>
                    <a:pt x="31167" y="13347"/>
                  </a:cubicBezTo>
                  <a:cubicBezTo>
                    <a:pt x="30206" y="13569"/>
                    <a:pt x="28912" y="15750"/>
                    <a:pt x="28912" y="15750"/>
                  </a:cubicBezTo>
                  <a:cubicBezTo>
                    <a:pt x="28912" y="15750"/>
                    <a:pt x="23588" y="12238"/>
                    <a:pt x="19078" y="7025"/>
                  </a:cubicBezTo>
                  <a:cubicBezTo>
                    <a:pt x="14604" y="1812"/>
                    <a:pt x="14309" y="0"/>
                    <a:pt x="14309" y="0"/>
                  </a:cubicBezTo>
                  <a:close/>
                </a:path>
              </a:pathLst>
            </a:custGeom>
            <a:solidFill>
              <a:srgbClr val="ADADA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37">
              <a:extLst>
                <a:ext uri="{FF2B5EF4-FFF2-40B4-BE49-F238E27FC236}">
                  <a16:creationId xmlns:a16="http://schemas.microsoft.com/office/drawing/2014/main" id="{00750635-7F29-2878-AFE0-E53A01A67DF1}"/>
                </a:ext>
              </a:extLst>
            </p:cNvPr>
            <p:cNvSpPr/>
            <p:nvPr/>
          </p:nvSpPr>
          <p:spPr>
            <a:xfrm>
              <a:off x="4970400" y="1866675"/>
              <a:ext cx="695050" cy="401125"/>
            </a:xfrm>
            <a:custGeom>
              <a:avLst/>
              <a:gdLst/>
              <a:ahLst/>
              <a:cxnLst/>
              <a:rect l="l" t="t" r="r" b="b"/>
              <a:pathLst>
                <a:path w="27802" h="16045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20307" y="16045"/>
                    <a:pt x="26183" y="16045"/>
                  </a:cubicBezTo>
                  <a:cubicBezTo>
                    <a:pt x="26742" y="16045"/>
                    <a:pt x="27285" y="15952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37">
              <a:extLst>
                <a:ext uri="{FF2B5EF4-FFF2-40B4-BE49-F238E27FC236}">
                  <a16:creationId xmlns:a16="http://schemas.microsoft.com/office/drawing/2014/main" id="{2D57DC7F-657B-CA0E-E66A-BC9FDDB0D2F1}"/>
                </a:ext>
              </a:extLst>
            </p:cNvPr>
            <p:cNvSpPr/>
            <p:nvPr/>
          </p:nvSpPr>
          <p:spPr>
            <a:xfrm>
              <a:off x="4968550" y="2285850"/>
              <a:ext cx="823525" cy="628625"/>
            </a:xfrm>
            <a:custGeom>
              <a:avLst/>
              <a:gdLst/>
              <a:ahLst/>
              <a:cxnLst/>
              <a:rect l="l" t="t" r="r" b="b"/>
              <a:pathLst>
                <a:path w="32941" h="25145" extrusionOk="0">
                  <a:moveTo>
                    <a:pt x="3235" y="0"/>
                  </a:moveTo>
                  <a:cubicBezTo>
                    <a:pt x="3026" y="0"/>
                    <a:pt x="2810" y="6"/>
                    <a:pt x="2588" y="18"/>
                  </a:cubicBezTo>
                  <a:cubicBezTo>
                    <a:pt x="1479" y="92"/>
                    <a:pt x="666" y="536"/>
                    <a:pt x="0" y="1090"/>
                  </a:cubicBezTo>
                  <a:cubicBezTo>
                    <a:pt x="37" y="1349"/>
                    <a:pt x="74" y="1608"/>
                    <a:pt x="74" y="1793"/>
                  </a:cubicBezTo>
                  <a:cubicBezTo>
                    <a:pt x="222" y="3456"/>
                    <a:pt x="370" y="14695"/>
                    <a:pt x="1331" y="16507"/>
                  </a:cubicBezTo>
                  <a:cubicBezTo>
                    <a:pt x="2297" y="18296"/>
                    <a:pt x="5169" y="25144"/>
                    <a:pt x="14239" y="25144"/>
                  </a:cubicBezTo>
                  <a:cubicBezTo>
                    <a:pt x="14539" y="25144"/>
                    <a:pt x="14845" y="25137"/>
                    <a:pt x="15158" y="25121"/>
                  </a:cubicBezTo>
                  <a:cubicBezTo>
                    <a:pt x="22219" y="24825"/>
                    <a:pt x="25769" y="19058"/>
                    <a:pt x="27174" y="15398"/>
                  </a:cubicBezTo>
                  <a:cubicBezTo>
                    <a:pt x="28578" y="11738"/>
                    <a:pt x="28874" y="7523"/>
                    <a:pt x="28874" y="7523"/>
                  </a:cubicBezTo>
                  <a:cubicBezTo>
                    <a:pt x="28874" y="7523"/>
                    <a:pt x="32941" y="6821"/>
                    <a:pt x="32941" y="3456"/>
                  </a:cubicBezTo>
                  <a:cubicBezTo>
                    <a:pt x="32941" y="2791"/>
                    <a:pt x="32904" y="2088"/>
                    <a:pt x="32830" y="1386"/>
                  </a:cubicBezTo>
                  <a:cubicBezTo>
                    <a:pt x="32719" y="2458"/>
                    <a:pt x="32497" y="3641"/>
                    <a:pt x="32054" y="4602"/>
                  </a:cubicBezTo>
                  <a:cubicBezTo>
                    <a:pt x="31225" y="6421"/>
                    <a:pt x="29447" y="6673"/>
                    <a:pt x="28528" y="6673"/>
                  </a:cubicBezTo>
                  <a:cubicBezTo>
                    <a:pt x="28176" y="6673"/>
                    <a:pt x="27950" y="6636"/>
                    <a:pt x="27950" y="6636"/>
                  </a:cubicBezTo>
                  <a:cubicBezTo>
                    <a:pt x="27950" y="6636"/>
                    <a:pt x="26101" y="16248"/>
                    <a:pt x="23587" y="19206"/>
                  </a:cubicBezTo>
                  <a:cubicBezTo>
                    <a:pt x="21937" y="21148"/>
                    <a:pt x="18421" y="22899"/>
                    <a:pt x="14265" y="22899"/>
                  </a:cubicBezTo>
                  <a:cubicBezTo>
                    <a:pt x="12091" y="22899"/>
                    <a:pt x="9743" y="22420"/>
                    <a:pt x="7394" y="21239"/>
                  </a:cubicBezTo>
                  <a:cubicBezTo>
                    <a:pt x="555" y="17838"/>
                    <a:pt x="1479" y="9409"/>
                    <a:pt x="1479" y="9409"/>
                  </a:cubicBezTo>
                  <a:cubicBezTo>
                    <a:pt x="1479" y="9409"/>
                    <a:pt x="5583" y="9409"/>
                    <a:pt x="7172" y="5527"/>
                  </a:cubicBezTo>
                  <a:cubicBezTo>
                    <a:pt x="8677" y="1853"/>
                    <a:pt x="6936" y="0"/>
                    <a:pt x="32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37">
              <a:extLst>
                <a:ext uri="{FF2B5EF4-FFF2-40B4-BE49-F238E27FC236}">
                  <a16:creationId xmlns:a16="http://schemas.microsoft.com/office/drawing/2014/main" id="{584CA3C4-858B-487E-1D27-E8BC4AB8F08F}"/>
                </a:ext>
              </a:extLst>
            </p:cNvPr>
            <p:cNvSpPr/>
            <p:nvPr/>
          </p:nvSpPr>
          <p:spPr>
            <a:xfrm>
              <a:off x="4968550" y="2286300"/>
              <a:ext cx="823525" cy="628525"/>
            </a:xfrm>
            <a:custGeom>
              <a:avLst/>
              <a:gdLst/>
              <a:ahLst/>
              <a:cxnLst/>
              <a:rect l="l" t="t" r="r" b="b"/>
              <a:pathLst>
                <a:path w="32941" h="25141" extrusionOk="0">
                  <a:moveTo>
                    <a:pt x="2588" y="0"/>
                  </a:moveTo>
                  <a:cubicBezTo>
                    <a:pt x="1479" y="74"/>
                    <a:pt x="666" y="518"/>
                    <a:pt x="0" y="1072"/>
                  </a:cubicBezTo>
                  <a:cubicBezTo>
                    <a:pt x="37" y="1331"/>
                    <a:pt x="74" y="1553"/>
                    <a:pt x="74" y="1775"/>
                  </a:cubicBezTo>
                  <a:cubicBezTo>
                    <a:pt x="222" y="3401"/>
                    <a:pt x="370" y="14197"/>
                    <a:pt x="1294" y="16378"/>
                  </a:cubicBezTo>
                  <a:cubicBezTo>
                    <a:pt x="1294" y="16415"/>
                    <a:pt x="1331" y="16452"/>
                    <a:pt x="1331" y="16489"/>
                  </a:cubicBezTo>
                  <a:cubicBezTo>
                    <a:pt x="1405" y="16637"/>
                    <a:pt x="1479" y="16785"/>
                    <a:pt x="1590" y="16970"/>
                  </a:cubicBezTo>
                  <a:cubicBezTo>
                    <a:pt x="1664" y="17155"/>
                    <a:pt x="1812" y="17376"/>
                    <a:pt x="1923" y="17598"/>
                  </a:cubicBezTo>
                  <a:cubicBezTo>
                    <a:pt x="2255" y="18227"/>
                    <a:pt x="2699" y="19003"/>
                    <a:pt x="3327" y="19816"/>
                  </a:cubicBezTo>
                  <a:cubicBezTo>
                    <a:pt x="3475" y="20038"/>
                    <a:pt x="3623" y="20260"/>
                    <a:pt x="3808" y="20482"/>
                  </a:cubicBezTo>
                  <a:cubicBezTo>
                    <a:pt x="3919" y="20593"/>
                    <a:pt x="3993" y="20667"/>
                    <a:pt x="4067" y="20778"/>
                  </a:cubicBezTo>
                  <a:cubicBezTo>
                    <a:pt x="6026" y="22996"/>
                    <a:pt x="9169" y="25140"/>
                    <a:pt x="14271" y="25140"/>
                  </a:cubicBezTo>
                  <a:cubicBezTo>
                    <a:pt x="14567" y="25140"/>
                    <a:pt x="14862" y="25140"/>
                    <a:pt x="15158" y="25103"/>
                  </a:cubicBezTo>
                  <a:cubicBezTo>
                    <a:pt x="16748" y="25029"/>
                    <a:pt x="18190" y="24697"/>
                    <a:pt x="19447" y="24142"/>
                  </a:cubicBezTo>
                  <a:cubicBezTo>
                    <a:pt x="19853" y="23957"/>
                    <a:pt x="20223" y="23772"/>
                    <a:pt x="20593" y="23587"/>
                  </a:cubicBezTo>
                  <a:lnTo>
                    <a:pt x="20630" y="23550"/>
                  </a:lnTo>
                  <a:cubicBezTo>
                    <a:pt x="20852" y="23403"/>
                    <a:pt x="21073" y="23292"/>
                    <a:pt x="21295" y="23144"/>
                  </a:cubicBezTo>
                  <a:cubicBezTo>
                    <a:pt x="22811" y="22109"/>
                    <a:pt x="24031" y="20815"/>
                    <a:pt x="24992" y="19484"/>
                  </a:cubicBezTo>
                  <a:cubicBezTo>
                    <a:pt x="25140" y="19299"/>
                    <a:pt x="25251" y="19114"/>
                    <a:pt x="25399" y="18892"/>
                  </a:cubicBezTo>
                  <a:cubicBezTo>
                    <a:pt x="25584" y="18596"/>
                    <a:pt x="25769" y="18301"/>
                    <a:pt x="25953" y="18005"/>
                  </a:cubicBezTo>
                  <a:cubicBezTo>
                    <a:pt x="26064" y="17783"/>
                    <a:pt x="26175" y="17598"/>
                    <a:pt x="26286" y="17376"/>
                  </a:cubicBezTo>
                  <a:cubicBezTo>
                    <a:pt x="26656" y="16674"/>
                    <a:pt x="26952" y="16008"/>
                    <a:pt x="27174" y="15380"/>
                  </a:cubicBezTo>
                  <a:cubicBezTo>
                    <a:pt x="28578" y="11720"/>
                    <a:pt x="28874" y="7505"/>
                    <a:pt x="28874" y="7505"/>
                  </a:cubicBezTo>
                  <a:cubicBezTo>
                    <a:pt x="28874" y="7505"/>
                    <a:pt x="32941" y="6803"/>
                    <a:pt x="32941" y="3438"/>
                  </a:cubicBezTo>
                  <a:cubicBezTo>
                    <a:pt x="32941" y="2773"/>
                    <a:pt x="32904" y="2070"/>
                    <a:pt x="32830" y="1368"/>
                  </a:cubicBezTo>
                  <a:cubicBezTo>
                    <a:pt x="32719" y="2440"/>
                    <a:pt x="32497" y="3623"/>
                    <a:pt x="32054" y="4584"/>
                  </a:cubicBezTo>
                  <a:cubicBezTo>
                    <a:pt x="31203" y="6433"/>
                    <a:pt x="29392" y="6655"/>
                    <a:pt x="28467" y="6655"/>
                  </a:cubicBezTo>
                  <a:cubicBezTo>
                    <a:pt x="28135" y="6655"/>
                    <a:pt x="27950" y="6618"/>
                    <a:pt x="27950" y="6618"/>
                  </a:cubicBezTo>
                  <a:cubicBezTo>
                    <a:pt x="27950" y="6618"/>
                    <a:pt x="26101" y="16230"/>
                    <a:pt x="23587" y="19188"/>
                  </a:cubicBezTo>
                  <a:cubicBezTo>
                    <a:pt x="21961" y="21147"/>
                    <a:pt x="18411" y="22885"/>
                    <a:pt x="14271" y="22885"/>
                  </a:cubicBezTo>
                  <a:cubicBezTo>
                    <a:pt x="12090" y="22885"/>
                    <a:pt x="9760" y="22404"/>
                    <a:pt x="7394" y="21221"/>
                  </a:cubicBezTo>
                  <a:cubicBezTo>
                    <a:pt x="1997" y="18522"/>
                    <a:pt x="1442" y="12718"/>
                    <a:pt x="1405" y="10389"/>
                  </a:cubicBezTo>
                  <a:cubicBezTo>
                    <a:pt x="1405" y="9760"/>
                    <a:pt x="1479" y="9391"/>
                    <a:pt x="1479" y="9391"/>
                  </a:cubicBezTo>
                  <a:cubicBezTo>
                    <a:pt x="1479" y="9391"/>
                    <a:pt x="5583" y="9391"/>
                    <a:pt x="7172" y="5509"/>
                  </a:cubicBezTo>
                  <a:cubicBezTo>
                    <a:pt x="7542" y="4584"/>
                    <a:pt x="7727" y="3808"/>
                    <a:pt x="7727" y="3143"/>
                  </a:cubicBezTo>
                  <a:cubicBezTo>
                    <a:pt x="7727" y="1035"/>
                    <a:pt x="6026" y="0"/>
                    <a:pt x="3254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37">
              <a:extLst>
                <a:ext uri="{FF2B5EF4-FFF2-40B4-BE49-F238E27FC236}">
                  <a16:creationId xmlns:a16="http://schemas.microsoft.com/office/drawing/2014/main" id="{4F726DCF-5D04-0803-72B6-AD2B00A57D4D}"/>
                </a:ext>
              </a:extLst>
            </p:cNvPr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2514"/>
                    <a:pt x="8725" y="0"/>
                    <a:pt x="56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37">
              <a:extLst>
                <a:ext uri="{FF2B5EF4-FFF2-40B4-BE49-F238E27FC236}">
                  <a16:creationId xmlns:a16="http://schemas.microsoft.com/office/drawing/2014/main" id="{482E4D23-1B54-BB17-DEAA-BECFA3A932C3}"/>
                </a:ext>
              </a:extLst>
            </p:cNvPr>
            <p:cNvSpPr/>
            <p:nvPr/>
          </p:nvSpPr>
          <p:spPr>
            <a:xfrm>
              <a:off x="5305900" y="2213275"/>
              <a:ext cx="281000" cy="281000"/>
            </a:xfrm>
            <a:custGeom>
              <a:avLst/>
              <a:gdLst/>
              <a:ahLst/>
              <a:cxnLst/>
              <a:rect l="l" t="t" r="r" b="b"/>
              <a:pathLst>
                <a:path w="11240" h="11240" extrusionOk="0">
                  <a:moveTo>
                    <a:pt x="5620" y="0"/>
                  </a:moveTo>
                  <a:cubicBezTo>
                    <a:pt x="2514" y="0"/>
                    <a:pt x="0" y="2514"/>
                    <a:pt x="0" y="5620"/>
                  </a:cubicBezTo>
                  <a:cubicBezTo>
                    <a:pt x="0" y="8726"/>
                    <a:pt x="2514" y="11240"/>
                    <a:pt x="5620" y="11240"/>
                  </a:cubicBezTo>
                  <a:cubicBezTo>
                    <a:pt x="8725" y="11240"/>
                    <a:pt x="11239" y="8726"/>
                    <a:pt x="11239" y="5620"/>
                  </a:cubicBezTo>
                  <a:cubicBezTo>
                    <a:pt x="11239" y="3624"/>
                    <a:pt x="10204" y="1886"/>
                    <a:pt x="8652" y="888"/>
                  </a:cubicBezTo>
                  <a:cubicBezTo>
                    <a:pt x="8504" y="814"/>
                    <a:pt x="8393" y="740"/>
                    <a:pt x="8282" y="666"/>
                  </a:cubicBezTo>
                  <a:cubicBezTo>
                    <a:pt x="7468" y="222"/>
                    <a:pt x="6581" y="0"/>
                    <a:pt x="5620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37">
              <a:extLst>
                <a:ext uri="{FF2B5EF4-FFF2-40B4-BE49-F238E27FC236}">
                  <a16:creationId xmlns:a16="http://schemas.microsoft.com/office/drawing/2014/main" id="{0B58E090-46A4-8A6C-B1B2-2A56541FFBA3}"/>
                </a:ext>
              </a:extLst>
            </p:cNvPr>
            <p:cNvSpPr/>
            <p:nvPr/>
          </p:nvSpPr>
          <p:spPr>
            <a:xfrm>
              <a:off x="4970400" y="1866675"/>
              <a:ext cx="695050" cy="401150"/>
            </a:xfrm>
            <a:custGeom>
              <a:avLst/>
              <a:gdLst/>
              <a:ahLst/>
              <a:cxnLst/>
              <a:rect l="l" t="t" r="r" b="b"/>
              <a:pathLst>
                <a:path w="27802" h="16046" extrusionOk="0">
                  <a:moveTo>
                    <a:pt x="13199" y="0"/>
                  </a:moveTo>
                  <a:cubicBezTo>
                    <a:pt x="13199" y="0"/>
                    <a:pt x="3106" y="6470"/>
                    <a:pt x="998" y="8984"/>
                  </a:cubicBezTo>
                  <a:cubicBezTo>
                    <a:pt x="518" y="9576"/>
                    <a:pt x="185" y="10278"/>
                    <a:pt x="0" y="11055"/>
                  </a:cubicBezTo>
                  <a:lnTo>
                    <a:pt x="12570" y="5842"/>
                  </a:lnTo>
                  <a:cubicBezTo>
                    <a:pt x="12570" y="5842"/>
                    <a:pt x="16970" y="11683"/>
                    <a:pt x="21702" y="14530"/>
                  </a:cubicBezTo>
                  <a:cubicBezTo>
                    <a:pt x="21813" y="14604"/>
                    <a:pt x="21924" y="14678"/>
                    <a:pt x="22072" y="14752"/>
                  </a:cubicBezTo>
                  <a:cubicBezTo>
                    <a:pt x="23439" y="15528"/>
                    <a:pt x="24844" y="16046"/>
                    <a:pt x="26175" y="16046"/>
                  </a:cubicBezTo>
                  <a:cubicBezTo>
                    <a:pt x="26730" y="16046"/>
                    <a:pt x="27284" y="15935"/>
                    <a:pt x="27802" y="15750"/>
                  </a:cubicBezTo>
                  <a:cubicBezTo>
                    <a:pt x="27802" y="15750"/>
                    <a:pt x="22478" y="12238"/>
                    <a:pt x="17968" y="7025"/>
                  </a:cubicBezTo>
                  <a:cubicBezTo>
                    <a:pt x="13494" y="1812"/>
                    <a:pt x="13199" y="0"/>
                    <a:pt x="13199" y="0"/>
                  </a:cubicBezTo>
                  <a:close/>
                </a:path>
              </a:pathLst>
            </a:custGeom>
            <a:solidFill>
              <a:srgbClr val="9C9C9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37">
              <a:extLst>
                <a:ext uri="{FF2B5EF4-FFF2-40B4-BE49-F238E27FC236}">
                  <a16:creationId xmlns:a16="http://schemas.microsoft.com/office/drawing/2014/main" id="{CC242A63-7AF5-9518-903F-CEC30CCBCCAF}"/>
                </a:ext>
              </a:extLst>
            </p:cNvPr>
            <p:cNvSpPr/>
            <p:nvPr/>
          </p:nvSpPr>
          <p:spPr>
            <a:xfrm>
              <a:off x="5512925" y="2229900"/>
              <a:ext cx="9275" cy="5575"/>
            </a:xfrm>
            <a:custGeom>
              <a:avLst/>
              <a:gdLst/>
              <a:ahLst/>
              <a:cxnLst/>
              <a:rect l="l" t="t" r="r" b="b"/>
              <a:pathLst>
                <a:path w="371" h="223" extrusionOk="0">
                  <a:moveTo>
                    <a:pt x="371" y="223"/>
                  </a:moveTo>
                  <a:cubicBezTo>
                    <a:pt x="223" y="149"/>
                    <a:pt x="112" y="75"/>
                    <a:pt x="1" y="1"/>
                  </a:cubicBezTo>
                  <a:cubicBezTo>
                    <a:pt x="112" y="75"/>
                    <a:pt x="223" y="149"/>
                    <a:pt x="371" y="22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37">
              <a:extLst>
                <a:ext uri="{FF2B5EF4-FFF2-40B4-BE49-F238E27FC236}">
                  <a16:creationId xmlns:a16="http://schemas.microsoft.com/office/drawing/2014/main" id="{76DD4AA2-2AEC-7D49-680F-4D8C8A877560}"/>
                </a:ext>
              </a:extLst>
            </p:cNvPr>
            <p:cNvSpPr/>
            <p:nvPr/>
          </p:nvSpPr>
          <p:spPr>
            <a:xfrm>
              <a:off x="4953750" y="1859125"/>
              <a:ext cx="846650" cy="1063075"/>
            </a:xfrm>
            <a:custGeom>
              <a:avLst/>
              <a:gdLst/>
              <a:ahLst/>
              <a:cxnLst/>
              <a:rect l="l" t="t" r="r" b="b"/>
              <a:pathLst>
                <a:path w="33866" h="42523" extrusionOk="0">
                  <a:moveTo>
                    <a:pt x="13708" y="776"/>
                  </a:moveTo>
                  <a:cubicBezTo>
                    <a:pt x="14019" y="1589"/>
                    <a:pt x="15032" y="3606"/>
                    <a:pt x="18412" y="7512"/>
                  </a:cubicBezTo>
                  <a:cubicBezTo>
                    <a:pt x="22959" y="12762"/>
                    <a:pt x="28283" y="16274"/>
                    <a:pt x="28320" y="16311"/>
                  </a:cubicBezTo>
                  <a:cubicBezTo>
                    <a:pt x="28394" y="16348"/>
                    <a:pt x="28468" y="16348"/>
                    <a:pt x="28542" y="16348"/>
                  </a:cubicBezTo>
                  <a:cubicBezTo>
                    <a:pt x="28616" y="16311"/>
                    <a:pt x="28690" y="16274"/>
                    <a:pt x="28764" y="16200"/>
                  </a:cubicBezTo>
                  <a:cubicBezTo>
                    <a:pt x="28764" y="16200"/>
                    <a:pt x="28764" y="16163"/>
                    <a:pt x="28801" y="16089"/>
                  </a:cubicBezTo>
                  <a:cubicBezTo>
                    <a:pt x="28912" y="15904"/>
                    <a:pt x="29244" y="15386"/>
                    <a:pt x="29651" y="14906"/>
                  </a:cubicBezTo>
                  <a:cubicBezTo>
                    <a:pt x="29836" y="14647"/>
                    <a:pt x="30058" y="14425"/>
                    <a:pt x="30280" y="14277"/>
                  </a:cubicBezTo>
                  <a:cubicBezTo>
                    <a:pt x="30464" y="14092"/>
                    <a:pt x="30649" y="13982"/>
                    <a:pt x="30797" y="13945"/>
                  </a:cubicBezTo>
                  <a:cubicBezTo>
                    <a:pt x="30871" y="13945"/>
                    <a:pt x="30945" y="13908"/>
                    <a:pt x="31019" y="13908"/>
                  </a:cubicBezTo>
                  <a:cubicBezTo>
                    <a:pt x="31315" y="13908"/>
                    <a:pt x="31610" y="14092"/>
                    <a:pt x="31869" y="14425"/>
                  </a:cubicBezTo>
                  <a:cubicBezTo>
                    <a:pt x="32313" y="14980"/>
                    <a:pt x="32683" y="15904"/>
                    <a:pt x="32904" y="17013"/>
                  </a:cubicBezTo>
                  <a:cubicBezTo>
                    <a:pt x="33126" y="18085"/>
                    <a:pt x="33237" y="19342"/>
                    <a:pt x="33237" y="20525"/>
                  </a:cubicBezTo>
                  <a:cubicBezTo>
                    <a:pt x="33237" y="21302"/>
                    <a:pt x="33015" y="21930"/>
                    <a:pt x="32646" y="22411"/>
                  </a:cubicBezTo>
                  <a:cubicBezTo>
                    <a:pt x="32128" y="23150"/>
                    <a:pt x="31315" y="23631"/>
                    <a:pt x="30649" y="23927"/>
                  </a:cubicBezTo>
                  <a:cubicBezTo>
                    <a:pt x="30280" y="24075"/>
                    <a:pt x="29984" y="24149"/>
                    <a:pt x="29762" y="24222"/>
                  </a:cubicBezTo>
                  <a:cubicBezTo>
                    <a:pt x="29651" y="24259"/>
                    <a:pt x="29577" y="24259"/>
                    <a:pt x="29503" y="24296"/>
                  </a:cubicBezTo>
                  <a:lnTo>
                    <a:pt x="29429" y="24296"/>
                  </a:lnTo>
                  <a:cubicBezTo>
                    <a:pt x="29281" y="24333"/>
                    <a:pt x="29170" y="24444"/>
                    <a:pt x="29170" y="24592"/>
                  </a:cubicBezTo>
                  <a:cubicBezTo>
                    <a:pt x="29170" y="24592"/>
                    <a:pt x="29170" y="24629"/>
                    <a:pt x="29133" y="24777"/>
                  </a:cubicBezTo>
                  <a:cubicBezTo>
                    <a:pt x="29059" y="25590"/>
                    <a:pt x="28690" y="29213"/>
                    <a:pt x="27507" y="32356"/>
                  </a:cubicBezTo>
                  <a:cubicBezTo>
                    <a:pt x="26804" y="34168"/>
                    <a:pt x="25584" y="36460"/>
                    <a:pt x="23662" y="38382"/>
                  </a:cubicBezTo>
                  <a:cubicBezTo>
                    <a:pt x="21776" y="40268"/>
                    <a:pt x="19188" y="41747"/>
                    <a:pt x="15750" y="41894"/>
                  </a:cubicBezTo>
                  <a:cubicBezTo>
                    <a:pt x="15454" y="41894"/>
                    <a:pt x="15159" y="41931"/>
                    <a:pt x="14863" y="41931"/>
                  </a:cubicBezTo>
                  <a:cubicBezTo>
                    <a:pt x="10389" y="41931"/>
                    <a:pt x="7506" y="40231"/>
                    <a:pt x="5546" y="38345"/>
                  </a:cubicBezTo>
                  <a:cubicBezTo>
                    <a:pt x="4585" y="37421"/>
                    <a:pt x="3883" y="36386"/>
                    <a:pt x="3328" y="35535"/>
                  </a:cubicBezTo>
                  <a:cubicBezTo>
                    <a:pt x="2810" y="34648"/>
                    <a:pt x="2441" y="33909"/>
                    <a:pt x="2219" y="33428"/>
                  </a:cubicBezTo>
                  <a:cubicBezTo>
                    <a:pt x="2108" y="33280"/>
                    <a:pt x="1997" y="32911"/>
                    <a:pt x="1923" y="32430"/>
                  </a:cubicBezTo>
                  <a:cubicBezTo>
                    <a:pt x="1590" y="30766"/>
                    <a:pt x="1369" y="27735"/>
                    <a:pt x="1221" y="24925"/>
                  </a:cubicBezTo>
                  <a:cubicBezTo>
                    <a:pt x="1110" y="22115"/>
                    <a:pt x="1036" y="19564"/>
                    <a:pt x="999" y="18825"/>
                  </a:cubicBezTo>
                  <a:cubicBezTo>
                    <a:pt x="925" y="17937"/>
                    <a:pt x="629" y="16237"/>
                    <a:pt x="629" y="14388"/>
                  </a:cubicBezTo>
                  <a:cubicBezTo>
                    <a:pt x="629" y="12540"/>
                    <a:pt x="925" y="10654"/>
                    <a:pt x="1886" y="9508"/>
                  </a:cubicBezTo>
                  <a:cubicBezTo>
                    <a:pt x="2404" y="8917"/>
                    <a:pt x="3402" y="8029"/>
                    <a:pt x="4659" y="7068"/>
                  </a:cubicBezTo>
                  <a:cubicBezTo>
                    <a:pt x="6507" y="5626"/>
                    <a:pt x="8837" y="3999"/>
                    <a:pt x="10722" y="2742"/>
                  </a:cubicBezTo>
                  <a:cubicBezTo>
                    <a:pt x="11683" y="2114"/>
                    <a:pt x="12497" y="1559"/>
                    <a:pt x="13088" y="1190"/>
                  </a:cubicBezTo>
                  <a:cubicBezTo>
                    <a:pt x="13338" y="1018"/>
                    <a:pt x="13548" y="879"/>
                    <a:pt x="13708" y="776"/>
                  </a:cubicBezTo>
                  <a:close/>
                  <a:moveTo>
                    <a:pt x="13875" y="1"/>
                  </a:moveTo>
                  <a:cubicBezTo>
                    <a:pt x="13814" y="1"/>
                    <a:pt x="13759" y="22"/>
                    <a:pt x="13717" y="44"/>
                  </a:cubicBezTo>
                  <a:cubicBezTo>
                    <a:pt x="13717" y="44"/>
                    <a:pt x="11166" y="1670"/>
                    <a:pt x="8393" y="3593"/>
                  </a:cubicBezTo>
                  <a:cubicBezTo>
                    <a:pt x="6988" y="4554"/>
                    <a:pt x="5509" y="5626"/>
                    <a:pt x="4252" y="6587"/>
                  </a:cubicBezTo>
                  <a:cubicBezTo>
                    <a:pt x="3032" y="7549"/>
                    <a:pt x="1997" y="8436"/>
                    <a:pt x="1405" y="9101"/>
                  </a:cubicBezTo>
                  <a:cubicBezTo>
                    <a:pt x="296" y="10469"/>
                    <a:pt x="1" y="12503"/>
                    <a:pt x="1" y="14388"/>
                  </a:cubicBezTo>
                  <a:cubicBezTo>
                    <a:pt x="1" y="16274"/>
                    <a:pt x="296" y="18048"/>
                    <a:pt x="370" y="18862"/>
                  </a:cubicBezTo>
                  <a:cubicBezTo>
                    <a:pt x="444" y="19675"/>
                    <a:pt x="518" y="22928"/>
                    <a:pt x="666" y="26182"/>
                  </a:cubicBezTo>
                  <a:cubicBezTo>
                    <a:pt x="777" y="27809"/>
                    <a:pt x="888" y="29435"/>
                    <a:pt x="1036" y="30803"/>
                  </a:cubicBezTo>
                  <a:cubicBezTo>
                    <a:pt x="1110" y="31469"/>
                    <a:pt x="1221" y="32060"/>
                    <a:pt x="1295" y="32578"/>
                  </a:cubicBezTo>
                  <a:cubicBezTo>
                    <a:pt x="1405" y="33058"/>
                    <a:pt x="1516" y="33465"/>
                    <a:pt x="1664" y="33724"/>
                  </a:cubicBezTo>
                  <a:cubicBezTo>
                    <a:pt x="1886" y="34168"/>
                    <a:pt x="2256" y="34944"/>
                    <a:pt x="2810" y="35831"/>
                  </a:cubicBezTo>
                  <a:cubicBezTo>
                    <a:pt x="3661" y="37199"/>
                    <a:pt x="4918" y="38900"/>
                    <a:pt x="6840" y="40231"/>
                  </a:cubicBezTo>
                  <a:cubicBezTo>
                    <a:pt x="8800" y="41562"/>
                    <a:pt x="11388" y="42523"/>
                    <a:pt x="14863" y="42523"/>
                  </a:cubicBezTo>
                  <a:lnTo>
                    <a:pt x="15750" y="42523"/>
                  </a:lnTo>
                  <a:cubicBezTo>
                    <a:pt x="19373" y="42338"/>
                    <a:pt x="22109" y="40785"/>
                    <a:pt x="24105" y="38789"/>
                  </a:cubicBezTo>
                  <a:cubicBezTo>
                    <a:pt x="26102" y="36829"/>
                    <a:pt x="27359" y="34426"/>
                    <a:pt x="28061" y="32578"/>
                  </a:cubicBezTo>
                  <a:cubicBezTo>
                    <a:pt x="29304" y="29392"/>
                    <a:pt x="29668" y="25795"/>
                    <a:pt x="29745" y="24860"/>
                  </a:cubicBezTo>
                  <a:lnTo>
                    <a:pt x="29745" y="24860"/>
                  </a:lnTo>
                  <a:cubicBezTo>
                    <a:pt x="30118" y="24769"/>
                    <a:pt x="30873" y="24565"/>
                    <a:pt x="31647" y="24112"/>
                  </a:cubicBezTo>
                  <a:cubicBezTo>
                    <a:pt x="32202" y="23779"/>
                    <a:pt x="32757" y="23335"/>
                    <a:pt x="33163" y="22781"/>
                  </a:cubicBezTo>
                  <a:cubicBezTo>
                    <a:pt x="33570" y="22189"/>
                    <a:pt x="33866" y="21450"/>
                    <a:pt x="33866" y="20525"/>
                  </a:cubicBezTo>
                  <a:cubicBezTo>
                    <a:pt x="33866" y="18899"/>
                    <a:pt x="33644" y="17161"/>
                    <a:pt x="33200" y="15793"/>
                  </a:cubicBezTo>
                  <a:cubicBezTo>
                    <a:pt x="32978" y="15091"/>
                    <a:pt x="32720" y="14499"/>
                    <a:pt x="32387" y="14056"/>
                  </a:cubicBezTo>
                  <a:cubicBezTo>
                    <a:pt x="32017" y="13612"/>
                    <a:pt x="31537" y="13316"/>
                    <a:pt x="31019" y="13316"/>
                  </a:cubicBezTo>
                  <a:cubicBezTo>
                    <a:pt x="30908" y="13316"/>
                    <a:pt x="30760" y="13316"/>
                    <a:pt x="30649" y="13353"/>
                  </a:cubicBezTo>
                  <a:cubicBezTo>
                    <a:pt x="30316" y="13427"/>
                    <a:pt x="30021" y="13649"/>
                    <a:pt x="29762" y="13871"/>
                  </a:cubicBezTo>
                  <a:cubicBezTo>
                    <a:pt x="29193" y="14414"/>
                    <a:pt x="28661" y="15173"/>
                    <a:pt x="28392" y="15581"/>
                  </a:cubicBezTo>
                  <a:lnTo>
                    <a:pt x="28392" y="15581"/>
                  </a:lnTo>
                  <a:cubicBezTo>
                    <a:pt x="27251" y="14793"/>
                    <a:pt x="22729" y="11599"/>
                    <a:pt x="18893" y="7142"/>
                  </a:cubicBezTo>
                  <a:cubicBezTo>
                    <a:pt x="16637" y="4554"/>
                    <a:pt x="15454" y="2816"/>
                    <a:pt x="14863" y="1707"/>
                  </a:cubicBezTo>
                  <a:cubicBezTo>
                    <a:pt x="14530" y="1190"/>
                    <a:pt x="14382" y="783"/>
                    <a:pt x="14271" y="561"/>
                  </a:cubicBezTo>
                  <a:cubicBezTo>
                    <a:pt x="14234" y="450"/>
                    <a:pt x="14197" y="376"/>
                    <a:pt x="14197" y="302"/>
                  </a:cubicBezTo>
                  <a:lnTo>
                    <a:pt x="14197" y="265"/>
                  </a:lnTo>
                  <a:cubicBezTo>
                    <a:pt x="14160" y="155"/>
                    <a:pt x="14086" y="81"/>
                    <a:pt x="14012" y="44"/>
                  </a:cubicBezTo>
                  <a:cubicBezTo>
                    <a:pt x="13966" y="12"/>
                    <a:pt x="13919" y="1"/>
                    <a:pt x="1387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37">
              <a:extLst>
                <a:ext uri="{FF2B5EF4-FFF2-40B4-BE49-F238E27FC236}">
                  <a16:creationId xmlns:a16="http://schemas.microsoft.com/office/drawing/2014/main" id="{C93C9760-4D92-7B3A-534B-B78457158005}"/>
                </a:ext>
              </a:extLst>
            </p:cNvPr>
            <p:cNvSpPr/>
            <p:nvPr/>
          </p:nvSpPr>
          <p:spPr>
            <a:xfrm>
              <a:off x="4911225" y="2165200"/>
              <a:ext cx="287475" cy="288400"/>
            </a:xfrm>
            <a:custGeom>
              <a:avLst/>
              <a:gdLst/>
              <a:ahLst/>
              <a:cxnLst/>
              <a:rect l="l" t="t" r="r" b="b"/>
              <a:pathLst>
                <a:path w="11499" h="11536" extrusionOk="0">
                  <a:moveTo>
                    <a:pt x="5731" y="1"/>
                  </a:moveTo>
                  <a:cubicBezTo>
                    <a:pt x="2552" y="1"/>
                    <a:pt x="1" y="2589"/>
                    <a:pt x="1" y="5768"/>
                  </a:cubicBezTo>
                  <a:cubicBezTo>
                    <a:pt x="1" y="8948"/>
                    <a:pt x="2552" y="11536"/>
                    <a:pt x="5731" y="11536"/>
                  </a:cubicBezTo>
                  <a:cubicBezTo>
                    <a:pt x="8911" y="11536"/>
                    <a:pt x="11499" y="8948"/>
                    <a:pt x="11499" y="5768"/>
                  </a:cubicBezTo>
                  <a:cubicBezTo>
                    <a:pt x="11499" y="2589"/>
                    <a:pt x="8911" y="1"/>
                    <a:pt x="57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37">
              <a:extLst>
                <a:ext uri="{FF2B5EF4-FFF2-40B4-BE49-F238E27FC236}">
                  <a16:creationId xmlns:a16="http://schemas.microsoft.com/office/drawing/2014/main" id="{7E57C7A1-A5FD-01B3-F4C7-E4D94BE5788B}"/>
                </a:ext>
              </a:extLst>
            </p:cNvPr>
            <p:cNvSpPr/>
            <p:nvPr/>
          </p:nvSpPr>
          <p:spPr>
            <a:xfrm>
              <a:off x="4936200" y="2265950"/>
              <a:ext cx="262500" cy="187650"/>
            </a:xfrm>
            <a:custGeom>
              <a:avLst/>
              <a:gdLst/>
              <a:ahLst/>
              <a:cxnLst/>
              <a:rect l="l" t="t" r="r" b="b"/>
              <a:pathLst>
                <a:path w="10500" h="7506" extrusionOk="0">
                  <a:moveTo>
                    <a:pt x="10241" y="1"/>
                  </a:moveTo>
                  <a:cubicBezTo>
                    <a:pt x="9760" y="1036"/>
                    <a:pt x="9169" y="1849"/>
                    <a:pt x="8577" y="1886"/>
                  </a:cubicBezTo>
                  <a:cubicBezTo>
                    <a:pt x="8232" y="1919"/>
                    <a:pt x="7936" y="1932"/>
                    <a:pt x="7674" y="1932"/>
                  </a:cubicBezTo>
                  <a:cubicBezTo>
                    <a:pt x="6621" y="1932"/>
                    <a:pt x="6125" y="1720"/>
                    <a:pt x="5209" y="1720"/>
                  </a:cubicBezTo>
                  <a:cubicBezTo>
                    <a:pt x="5063" y="1720"/>
                    <a:pt x="4905" y="1726"/>
                    <a:pt x="4732" y="1738"/>
                  </a:cubicBezTo>
                  <a:cubicBezTo>
                    <a:pt x="3771" y="1775"/>
                    <a:pt x="1479" y="3661"/>
                    <a:pt x="0" y="4955"/>
                  </a:cubicBezTo>
                  <a:cubicBezTo>
                    <a:pt x="1035" y="6471"/>
                    <a:pt x="2773" y="7506"/>
                    <a:pt x="4732" y="7506"/>
                  </a:cubicBezTo>
                  <a:cubicBezTo>
                    <a:pt x="7912" y="7506"/>
                    <a:pt x="10500" y="4918"/>
                    <a:pt x="10500" y="1738"/>
                  </a:cubicBezTo>
                  <a:cubicBezTo>
                    <a:pt x="10500" y="1110"/>
                    <a:pt x="10426" y="555"/>
                    <a:pt x="102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37">
              <a:extLst>
                <a:ext uri="{FF2B5EF4-FFF2-40B4-BE49-F238E27FC236}">
                  <a16:creationId xmlns:a16="http://schemas.microsoft.com/office/drawing/2014/main" id="{DEE325DA-3D25-E38C-80E2-6DADC32EAB57}"/>
                </a:ext>
              </a:extLst>
            </p:cNvPr>
            <p:cNvSpPr/>
            <p:nvPr/>
          </p:nvSpPr>
          <p:spPr>
            <a:xfrm>
              <a:off x="4902925" y="2157825"/>
              <a:ext cx="303175" cy="303175"/>
            </a:xfrm>
            <a:custGeom>
              <a:avLst/>
              <a:gdLst/>
              <a:ahLst/>
              <a:cxnLst/>
              <a:rect l="l" t="t" r="r" b="b"/>
              <a:pathLst>
                <a:path w="12127" h="12127" extrusionOk="0">
                  <a:moveTo>
                    <a:pt x="6063" y="592"/>
                  </a:moveTo>
                  <a:cubicBezTo>
                    <a:pt x="7579" y="592"/>
                    <a:pt x="8947" y="1220"/>
                    <a:pt x="9945" y="2218"/>
                  </a:cubicBezTo>
                  <a:cubicBezTo>
                    <a:pt x="10907" y="3180"/>
                    <a:pt x="11535" y="4548"/>
                    <a:pt x="11535" y="6063"/>
                  </a:cubicBezTo>
                  <a:cubicBezTo>
                    <a:pt x="11535" y="7542"/>
                    <a:pt x="10907" y="8910"/>
                    <a:pt x="9945" y="9908"/>
                  </a:cubicBezTo>
                  <a:cubicBezTo>
                    <a:pt x="8947" y="10907"/>
                    <a:pt x="7579" y="11498"/>
                    <a:pt x="6063" y="11498"/>
                  </a:cubicBezTo>
                  <a:cubicBezTo>
                    <a:pt x="4585" y="11498"/>
                    <a:pt x="3217" y="10907"/>
                    <a:pt x="2218" y="9908"/>
                  </a:cubicBezTo>
                  <a:cubicBezTo>
                    <a:pt x="1220" y="8910"/>
                    <a:pt x="629" y="7542"/>
                    <a:pt x="629" y="6063"/>
                  </a:cubicBezTo>
                  <a:cubicBezTo>
                    <a:pt x="629" y="4548"/>
                    <a:pt x="1220" y="3180"/>
                    <a:pt x="2218" y="2218"/>
                  </a:cubicBezTo>
                  <a:cubicBezTo>
                    <a:pt x="3217" y="1220"/>
                    <a:pt x="4585" y="592"/>
                    <a:pt x="6063" y="592"/>
                  </a:cubicBezTo>
                  <a:close/>
                  <a:moveTo>
                    <a:pt x="6063" y="0"/>
                  </a:moveTo>
                  <a:cubicBezTo>
                    <a:pt x="2736" y="0"/>
                    <a:pt x="0" y="2699"/>
                    <a:pt x="0" y="6063"/>
                  </a:cubicBezTo>
                  <a:cubicBezTo>
                    <a:pt x="0" y="9391"/>
                    <a:pt x="2736" y="12127"/>
                    <a:pt x="6063" y="12127"/>
                  </a:cubicBezTo>
                  <a:cubicBezTo>
                    <a:pt x="9428" y="12127"/>
                    <a:pt x="12127" y="9391"/>
                    <a:pt x="12127" y="6063"/>
                  </a:cubicBezTo>
                  <a:cubicBezTo>
                    <a:pt x="12127" y="2699"/>
                    <a:pt x="9428" y="0"/>
                    <a:pt x="6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37">
              <a:extLst>
                <a:ext uri="{FF2B5EF4-FFF2-40B4-BE49-F238E27FC236}">
                  <a16:creationId xmlns:a16="http://schemas.microsoft.com/office/drawing/2014/main" id="{0B625578-26DB-22DD-0897-44855D4F7CCD}"/>
                </a:ext>
              </a:extLst>
            </p:cNvPr>
            <p:cNvSpPr/>
            <p:nvPr/>
          </p:nvSpPr>
          <p:spPr>
            <a:xfrm>
              <a:off x="5304050" y="2165200"/>
              <a:ext cx="288400" cy="288400"/>
            </a:xfrm>
            <a:custGeom>
              <a:avLst/>
              <a:gdLst/>
              <a:ahLst/>
              <a:cxnLst/>
              <a:rect l="l" t="t" r="r" b="b"/>
              <a:pathLst>
                <a:path w="11536" h="11536" extrusionOk="0">
                  <a:moveTo>
                    <a:pt x="5768" y="1"/>
                  </a:moveTo>
                  <a:cubicBezTo>
                    <a:pt x="2588" y="1"/>
                    <a:pt x="0" y="2589"/>
                    <a:pt x="0" y="5768"/>
                  </a:cubicBezTo>
                  <a:cubicBezTo>
                    <a:pt x="0" y="8948"/>
                    <a:pt x="2588" y="11536"/>
                    <a:pt x="5768" y="11536"/>
                  </a:cubicBezTo>
                  <a:cubicBezTo>
                    <a:pt x="8947" y="11536"/>
                    <a:pt x="11535" y="8948"/>
                    <a:pt x="11535" y="5768"/>
                  </a:cubicBezTo>
                  <a:cubicBezTo>
                    <a:pt x="11535" y="2589"/>
                    <a:pt x="8947" y="1"/>
                    <a:pt x="5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37">
              <a:extLst>
                <a:ext uri="{FF2B5EF4-FFF2-40B4-BE49-F238E27FC236}">
                  <a16:creationId xmlns:a16="http://schemas.microsoft.com/office/drawing/2014/main" id="{F191AFF2-E0DF-AF13-EA72-4930AA09E4DA}"/>
                </a:ext>
              </a:extLst>
            </p:cNvPr>
            <p:cNvSpPr/>
            <p:nvPr/>
          </p:nvSpPr>
          <p:spPr>
            <a:xfrm>
              <a:off x="5318825" y="2264100"/>
              <a:ext cx="273625" cy="189500"/>
            </a:xfrm>
            <a:custGeom>
              <a:avLst/>
              <a:gdLst/>
              <a:ahLst/>
              <a:cxnLst/>
              <a:rect l="l" t="t" r="r" b="b"/>
              <a:pathLst>
                <a:path w="10945" h="7580" extrusionOk="0">
                  <a:moveTo>
                    <a:pt x="10649" y="1"/>
                  </a:moveTo>
                  <a:cubicBezTo>
                    <a:pt x="9701" y="1685"/>
                    <a:pt x="8654" y="2154"/>
                    <a:pt x="7554" y="2154"/>
                  </a:cubicBezTo>
                  <a:cubicBezTo>
                    <a:pt x="6337" y="2154"/>
                    <a:pt x="5054" y="1579"/>
                    <a:pt x="3772" y="1443"/>
                  </a:cubicBezTo>
                  <a:cubicBezTo>
                    <a:pt x="3709" y="1436"/>
                    <a:pt x="3646" y="1433"/>
                    <a:pt x="3583" y="1433"/>
                  </a:cubicBezTo>
                  <a:cubicBezTo>
                    <a:pt x="2177" y="1433"/>
                    <a:pt x="886" y="2981"/>
                    <a:pt x="1" y="4326"/>
                  </a:cubicBezTo>
                  <a:cubicBezTo>
                    <a:pt x="925" y="6249"/>
                    <a:pt x="2885" y="7580"/>
                    <a:pt x="5177" y="7580"/>
                  </a:cubicBezTo>
                  <a:cubicBezTo>
                    <a:pt x="8356" y="7580"/>
                    <a:pt x="10944" y="4992"/>
                    <a:pt x="10944" y="1812"/>
                  </a:cubicBezTo>
                  <a:cubicBezTo>
                    <a:pt x="10944" y="1184"/>
                    <a:pt x="10833" y="555"/>
                    <a:pt x="106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37">
              <a:extLst>
                <a:ext uri="{FF2B5EF4-FFF2-40B4-BE49-F238E27FC236}">
                  <a16:creationId xmlns:a16="http://schemas.microsoft.com/office/drawing/2014/main" id="{C5770ADC-8521-CE70-EFB3-E096261741E0}"/>
                </a:ext>
              </a:extLst>
            </p:cNvPr>
            <p:cNvSpPr/>
            <p:nvPr/>
          </p:nvSpPr>
          <p:spPr>
            <a:xfrm>
              <a:off x="5296650" y="2157825"/>
              <a:ext cx="303200" cy="303175"/>
            </a:xfrm>
            <a:custGeom>
              <a:avLst/>
              <a:gdLst/>
              <a:ahLst/>
              <a:cxnLst/>
              <a:rect l="l" t="t" r="r" b="b"/>
              <a:pathLst>
                <a:path w="12128" h="12127" extrusionOk="0">
                  <a:moveTo>
                    <a:pt x="6064" y="592"/>
                  </a:moveTo>
                  <a:cubicBezTo>
                    <a:pt x="7580" y="592"/>
                    <a:pt x="8911" y="1220"/>
                    <a:pt x="9909" y="2218"/>
                  </a:cubicBezTo>
                  <a:cubicBezTo>
                    <a:pt x="10907" y="3180"/>
                    <a:pt x="11499" y="4548"/>
                    <a:pt x="11499" y="6063"/>
                  </a:cubicBezTo>
                  <a:cubicBezTo>
                    <a:pt x="11499" y="7542"/>
                    <a:pt x="10907" y="8910"/>
                    <a:pt x="9909" y="9908"/>
                  </a:cubicBezTo>
                  <a:cubicBezTo>
                    <a:pt x="8911" y="10907"/>
                    <a:pt x="7580" y="11498"/>
                    <a:pt x="6064" y="11498"/>
                  </a:cubicBezTo>
                  <a:cubicBezTo>
                    <a:pt x="4548" y="11498"/>
                    <a:pt x="3180" y="10907"/>
                    <a:pt x="2219" y="9908"/>
                  </a:cubicBezTo>
                  <a:cubicBezTo>
                    <a:pt x="1221" y="8910"/>
                    <a:pt x="592" y="7542"/>
                    <a:pt x="592" y="6063"/>
                  </a:cubicBezTo>
                  <a:cubicBezTo>
                    <a:pt x="592" y="4548"/>
                    <a:pt x="1221" y="3180"/>
                    <a:pt x="2219" y="2218"/>
                  </a:cubicBezTo>
                  <a:cubicBezTo>
                    <a:pt x="3180" y="1220"/>
                    <a:pt x="4548" y="592"/>
                    <a:pt x="6064" y="592"/>
                  </a:cubicBezTo>
                  <a:close/>
                  <a:moveTo>
                    <a:pt x="6064" y="0"/>
                  </a:moveTo>
                  <a:cubicBezTo>
                    <a:pt x="2700" y="0"/>
                    <a:pt x="1" y="2699"/>
                    <a:pt x="1" y="6063"/>
                  </a:cubicBezTo>
                  <a:cubicBezTo>
                    <a:pt x="1" y="9391"/>
                    <a:pt x="2700" y="12127"/>
                    <a:pt x="6064" y="12127"/>
                  </a:cubicBezTo>
                  <a:cubicBezTo>
                    <a:pt x="9391" y="12127"/>
                    <a:pt x="12127" y="9391"/>
                    <a:pt x="12127" y="6063"/>
                  </a:cubicBezTo>
                  <a:cubicBezTo>
                    <a:pt x="12127" y="2699"/>
                    <a:pt x="9391" y="0"/>
                    <a:pt x="60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37">
              <a:extLst>
                <a:ext uri="{FF2B5EF4-FFF2-40B4-BE49-F238E27FC236}">
                  <a16:creationId xmlns:a16="http://schemas.microsoft.com/office/drawing/2014/main" id="{DE173EFE-F569-427C-F97C-692D4C8AAEC0}"/>
                </a:ext>
              </a:extLst>
            </p:cNvPr>
            <p:cNvSpPr/>
            <p:nvPr/>
          </p:nvSpPr>
          <p:spPr>
            <a:xfrm>
              <a:off x="5190375" y="2221600"/>
              <a:ext cx="129400" cy="39075"/>
            </a:xfrm>
            <a:custGeom>
              <a:avLst/>
              <a:gdLst/>
              <a:ahLst/>
              <a:cxnLst/>
              <a:rect l="l" t="t" r="r" b="b"/>
              <a:pathLst>
                <a:path w="5176" h="1563" extrusionOk="0">
                  <a:moveTo>
                    <a:pt x="2736" y="0"/>
                  </a:moveTo>
                  <a:cubicBezTo>
                    <a:pt x="1257" y="37"/>
                    <a:pt x="148" y="998"/>
                    <a:pt x="148" y="1035"/>
                  </a:cubicBezTo>
                  <a:cubicBezTo>
                    <a:pt x="0" y="1146"/>
                    <a:pt x="0" y="1331"/>
                    <a:pt x="111" y="1442"/>
                  </a:cubicBezTo>
                  <a:cubicBezTo>
                    <a:pt x="170" y="1521"/>
                    <a:pt x="251" y="1558"/>
                    <a:pt x="336" y="1558"/>
                  </a:cubicBezTo>
                  <a:cubicBezTo>
                    <a:pt x="409" y="1558"/>
                    <a:pt x="486" y="1530"/>
                    <a:pt x="555" y="1479"/>
                  </a:cubicBezTo>
                  <a:cubicBezTo>
                    <a:pt x="629" y="1405"/>
                    <a:pt x="1627" y="629"/>
                    <a:pt x="2736" y="629"/>
                  </a:cubicBezTo>
                  <a:cubicBezTo>
                    <a:pt x="3327" y="629"/>
                    <a:pt x="3956" y="814"/>
                    <a:pt x="4621" y="1479"/>
                  </a:cubicBezTo>
                  <a:cubicBezTo>
                    <a:pt x="4677" y="1534"/>
                    <a:pt x="4751" y="1562"/>
                    <a:pt x="4829" y="1562"/>
                  </a:cubicBezTo>
                  <a:cubicBezTo>
                    <a:pt x="4908" y="1562"/>
                    <a:pt x="4991" y="1534"/>
                    <a:pt x="5065" y="1479"/>
                  </a:cubicBezTo>
                  <a:cubicBezTo>
                    <a:pt x="5176" y="1368"/>
                    <a:pt x="5176" y="1146"/>
                    <a:pt x="5065" y="1035"/>
                  </a:cubicBezTo>
                  <a:cubicBezTo>
                    <a:pt x="4289" y="296"/>
                    <a:pt x="3475" y="0"/>
                    <a:pt x="27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37">
              <a:extLst>
                <a:ext uri="{FF2B5EF4-FFF2-40B4-BE49-F238E27FC236}">
                  <a16:creationId xmlns:a16="http://schemas.microsoft.com/office/drawing/2014/main" id="{9A82C732-00B4-7443-5ADD-3ED8CC6DE120}"/>
                </a:ext>
              </a:extLst>
            </p:cNvPr>
            <p:cNvSpPr/>
            <p:nvPr/>
          </p:nvSpPr>
          <p:spPr>
            <a:xfrm>
              <a:off x="4993500" y="2059850"/>
              <a:ext cx="154375" cy="74650"/>
            </a:xfrm>
            <a:custGeom>
              <a:avLst/>
              <a:gdLst/>
              <a:ahLst/>
              <a:cxnLst/>
              <a:rect l="l" t="t" r="r" b="b"/>
              <a:pathLst>
                <a:path w="6175" h="2986" extrusionOk="0">
                  <a:moveTo>
                    <a:pt x="4807" y="0"/>
                  </a:moveTo>
                  <a:cubicBezTo>
                    <a:pt x="3328" y="0"/>
                    <a:pt x="2145" y="629"/>
                    <a:pt x="1331" y="1257"/>
                  </a:cubicBezTo>
                  <a:cubicBezTo>
                    <a:pt x="555" y="1849"/>
                    <a:pt x="111" y="2477"/>
                    <a:pt x="111" y="2477"/>
                  </a:cubicBezTo>
                  <a:cubicBezTo>
                    <a:pt x="0" y="2625"/>
                    <a:pt x="37" y="2810"/>
                    <a:pt x="185" y="2921"/>
                  </a:cubicBezTo>
                  <a:cubicBezTo>
                    <a:pt x="229" y="2965"/>
                    <a:pt x="290" y="2985"/>
                    <a:pt x="352" y="2985"/>
                  </a:cubicBezTo>
                  <a:cubicBezTo>
                    <a:pt x="448" y="2985"/>
                    <a:pt x="547" y="2937"/>
                    <a:pt x="592" y="2847"/>
                  </a:cubicBezTo>
                  <a:lnTo>
                    <a:pt x="629" y="2847"/>
                  </a:lnTo>
                  <a:cubicBezTo>
                    <a:pt x="703" y="2699"/>
                    <a:pt x="1146" y="2145"/>
                    <a:pt x="1849" y="1627"/>
                  </a:cubicBezTo>
                  <a:cubicBezTo>
                    <a:pt x="2588" y="1109"/>
                    <a:pt x="3586" y="629"/>
                    <a:pt x="4807" y="629"/>
                  </a:cubicBezTo>
                  <a:cubicBezTo>
                    <a:pt x="5102" y="629"/>
                    <a:pt x="5435" y="666"/>
                    <a:pt x="5768" y="740"/>
                  </a:cubicBezTo>
                  <a:cubicBezTo>
                    <a:pt x="5787" y="744"/>
                    <a:pt x="5807" y="747"/>
                    <a:pt x="5827" y="747"/>
                  </a:cubicBezTo>
                  <a:cubicBezTo>
                    <a:pt x="5961" y="747"/>
                    <a:pt x="6105" y="642"/>
                    <a:pt x="6137" y="481"/>
                  </a:cubicBezTo>
                  <a:cubicBezTo>
                    <a:pt x="6174" y="333"/>
                    <a:pt x="6064" y="148"/>
                    <a:pt x="5879" y="111"/>
                  </a:cubicBezTo>
                  <a:cubicBezTo>
                    <a:pt x="5509" y="37"/>
                    <a:pt x="5139" y="0"/>
                    <a:pt x="4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37">
              <a:extLst>
                <a:ext uri="{FF2B5EF4-FFF2-40B4-BE49-F238E27FC236}">
                  <a16:creationId xmlns:a16="http://schemas.microsoft.com/office/drawing/2014/main" id="{B2B171B3-6702-C0BE-D7E7-E6ADC3DBE2DC}"/>
                </a:ext>
              </a:extLst>
            </p:cNvPr>
            <p:cNvSpPr/>
            <p:nvPr/>
          </p:nvSpPr>
          <p:spPr>
            <a:xfrm>
              <a:off x="5316075" y="2049675"/>
              <a:ext cx="183025" cy="81200"/>
            </a:xfrm>
            <a:custGeom>
              <a:avLst/>
              <a:gdLst/>
              <a:ahLst/>
              <a:cxnLst/>
              <a:rect l="l" t="t" r="r" b="b"/>
              <a:pathLst>
                <a:path w="7321" h="3248" extrusionOk="0">
                  <a:moveTo>
                    <a:pt x="1923" y="1"/>
                  </a:moveTo>
                  <a:cubicBezTo>
                    <a:pt x="924" y="1"/>
                    <a:pt x="259" y="259"/>
                    <a:pt x="259" y="259"/>
                  </a:cubicBezTo>
                  <a:cubicBezTo>
                    <a:pt x="74" y="333"/>
                    <a:pt x="0" y="518"/>
                    <a:pt x="74" y="666"/>
                  </a:cubicBezTo>
                  <a:cubicBezTo>
                    <a:pt x="135" y="789"/>
                    <a:pt x="273" y="860"/>
                    <a:pt x="402" y="860"/>
                  </a:cubicBezTo>
                  <a:cubicBezTo>
                    <a:pt x="429" y="860"/>
                    <a:pt x="455" y="857"/>
                    <a:pt x="481" y="851"/>
                  </a:cubicBezTo>
                  <a:cubicBezTo>
                    <a:pt x="518" y="814"/>
                    <a:pt x="1072" y="592"/>
                    <a:pt x="1923" y="592"/>
                  </a:cubicBezTo>
                  <a:cubicBezTo>
                    <a:pt x="3143" y="592"/>
                    <a:pt x="4917" y="1036"/>
                    <a:pt x="6729" y="3143"/>
                  </a:cubicBezTo>
                  <a:cubicBezTo>
                    <a:pt x="6793" y="3208"/>
                    <a:pt x="6883" y="3247"/>
                    <a:pt x="6975" y="3247"/>
                  </a:cubicBezTo>
                  <a:cubicBezTo>
                    <a:pt x="7042" y="3247"/>
                    <a:pt x="7110" y="3227"/>
                    <a:pt x="7172" y="3180"/>
                  </a:cubicBezTo>
                  <a:cubicBezTo>
                    <a:pt x="7283" y="3069"/>
                    <a:pt x="7320" y="2884"/>
                    <a:pt x="7209" y="2736"/>
                  </a:cubicBezTo>
                  <a:cubicBezTo>
                    <a:pt x="5287" y="481"/>
                    <a:pt x="3290" y="1"/>
                    <a:pt x="19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37">
              <a:extLst>
                <a:ext uri="{FF2B5EF4-FFF2-40B4-BE49-F238E27FC236}">
                  <a16:creationId xmlns:a16="http://schemas.microsoft.com/office/drawing/2014/main" id="{37BAED57-37DE-0EBD-037F-A09229814E52}"/>
                </a:ext>
              </a:extLst>
            </p:cNvPr>
            <p:cNvSpPr/>
            <p:nvPr/>
          </p:nvSpPr>
          <p:spPr>
            <a:xfrm>
              <a:off x="5148775" y="2298125"/>
              <a:ext cx="97075" cy="268425"/>
            </a:xfrm>
            <a:custGeom>
              <a:avLst/>
              <a:gdLst/>
              <a:ahLst/>
              <a:cxnLst/>
              <a:rect l="l" t="t" r="r" b="b"/>
              <a:pathLst>
                <a:path w="3883" h="10737" extrusionOk="0">
                  <a:moveTo>
                    <a:pt x="2869" y="1"/>
                  </a:moveTo>
                  <a:cubicBezTo>
                    <a:pt x="2849" y="1"/>
                    <a:pt x="2829" y="3"/>
                    <a:pt x="2810" y="8"/>
                  </a:cubicBezTo>
                  <a:cubicBezTo>
                    <a:pt x="2625" y="8"/>
                    <a:pt x="2514" y="156"/>
                    <a:pt x="2551" y="340"/>
                  </a:cubicBezTo>
                  <a:cubicBezTo>
                    <a:pt x="2551" y="340"/>
                    <a:pt x="2551" y="377"/>
                    <a:pt x="2551" y="488"/>
                  </a:cubicBezTo>
                  <a:cubicBezTo>
                    <a:pt x="2588" y="747"/>
                    <a:pt x="2625" y="1413"/>
                    <a:pt x="2625" y="2189"/>
                  </a:cubicBezTo>
                  <a:cubicBezTo>
                    <a:pt x="2662" y="3187"/>
                    <a:pt x="2514" y="4407"/>
                    <a:pt x="2145" y="5073"/>
                  </a:cubicBezTo>
                  <a:cubicBezTo>
                    <a:pt x="1812" y="5664"/>
                    <a:pt x="1331" y="6182"/>
                    <a:pt x="851" y="6662"/>
                  </a:cubicBezTo>
                  <a:cubicBezTo>
                    <a:pt x="629" y="6921"/>
                    <a:pt x="444" y="7143"/>
                    <a:pt x="259" y="7402"/>
                  </a:cubicBezTo>
                  <a:cubicBezTo>
                    <a:pt x="111" y="7624"/>
                    <a:pt x="0" y="7919"/>
                    <a:pt x="0" y="8215"/>
                  </a:cubicBezTo>
                  <a:cubicBezTo>
                    <a:pt x="0" y="8437"/>
                    <a:pt x="74" y="8659"/>
                    <a:pt x="185" y="8881"/>
                  </a:cubicBezTo>
                  <a:cubicBezTo>
                    <a:pt x="629" y="9546"/>
                    <a:pt x="1442" y="9990"/>
                    <a:pt x="2145" y="10286"/>
                  </a:cubicBezTo>
                  <a:cubicBezTo>
                    <a:pt x="2847" y="10581"/>
                    <a:pt x="3476" y="10729"/>
                    <a:pt x="3476" y="10729"/>
                  </a:cubicBezTo>
                  <a:cubicBezTo>
                    <a:pt x="3495" y="10734"/>
                    <a:pt x="3514" y="10736"/>
                    <a:pt x="3534" y="10736"/>
                  </a:cubicBezTo>
                  <a:cubicBezTo>
                    <a:pt x="3669" y="10736"/>
                    <a:pt x="3813" y="10631"/>
                    <a:pt x="3845" y="10470"/>
                  </a:cubicBezTo>
                  <a:cubicBezTo>
                    <a:pt x="3882" y="10323"/>
                    <a:pt x="3771" y="10138"/>
                    <a:pt x="3624" y="10101"/>
                  </a:cubicBezTo>
                  <a:lnTo>
                    <a:pt x="3513" y="10101"/>
                  </a:lnTo>
                  <a:cubicBezTo>
                    <a:pt x="3291" y="10027"/>
                    <a:pt x="2736" y="9879"/>
                    <a:pt x="2145" y="9583"/>
                  </a:cubicBezTo>
                  <a:cubicBezTo>
                    <a:pt x="1553" y="9324"/>
                    <a:pt x="962" y="8955"/>
                    <a:pt x="703" y="8548"/>
                  </a:cubicBezTo>
                  <a:cubicBezTo>
                    <a:pt x="629" y="8437"/>
                    <a:pt x="592" y="8326"/>
                    <a:pt x="592" y="8215"/>
                  </a:cubicBezTo>
                  <a:cubicBezTo>
                    <a:pt x="592" y="8067"/>
                    <a:pt x="666" y="7919"/>
                    <a:pt x="777" y="7735"/>
                  </a:cubicBezTo>
                  <a:cubicBezTo>
                    <a:pt x="962" y="7439"/>
                    <a:pt x="1294" y="7106"/>
                    <a:pt x="1664" y="6699"/>
                  </a:cubicBezTo>
                  <a:cubicBezTo>
                    <a:pt x="2034" y="6330"/>
                    <a:pt x="2403" y="5886"/>
                    <a:pt x="2699" y="5368"/>
                  </a:cubicBezTo>
                  <a:cubicBezTo>
                    <a:pt x="3180" y="4481"/>
                    <a:pt x="3254" y="3224"/>
                    <a:pt x="3254" y="2189"/>
                  </a:cubicBezTo>
                  <a:cubicBezTo>
                    <a:pt x="3254" y="1117"/>
                    <a:pt x="3143" y="267"/>
                    <a:pt x="3143" y="267"/>
                  </a:cubicBezTo>
                  <a:cubicBezTo>
                    <a:pt x="3143" y="106"/>
                    <a:pt x="3003" y="1"/>
                    <a:pt x="28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37">
              <a:extLst>
                <a:ext uri="{FF2B5EF4-FFF2-40B4-BE49-F238E27FC236}">
                  <a16:creationId xmlns:a16="http://schemas.microsoft.com/office/drawing/2014/main" id="{FF8723EC-6887-6F2E-85E2-BA918B5CAE2C}"/>
                </a:ext>
              </a:extLst>
            </p:cNvPr>
            <p:cNvSpPr/>
            <p:nvPr/>
          </p:nvSpPr>
          <p:spPr>
            <a:xfrm>
              <a:off x="5215325" y="2589325"/>
              <a:ext cx="163625" cy="61150"/>
            </a:xfrm>
            <a:custGeom>
              <a:avLst/>
              <a:gdLst/>
              <a:ahLst/>
              <a:cxnLst/>
              <a:rect l="l" t="t" r="r" b="b"/>
              <a:pathLst>
                <a:path w="6545" h="2446" extrusionOk="0">
                  <a:moveTo>
                    <a:pt x="6229" y="0"/>
                  </a:moveTo>
                  <a:cubicBezTo>
                    <a:pt x="6140" y="0"/>
                    <a:pt x="6049" y="37"/>
                    <a:pt x="5990" y="116"/>
                  </a:cubicBezTo>
                  <a:cubicBezTo>
                    <a:pt x="4659" y="1521"/>
                    <a:pt x="2921" y="1817"/>
                    <a:pt x="1701" y="1817"/>
                  </a:cubicBezTo>
                  <a:cubicBezTo>
                    <a:pt x="1331" y="1817"/>
                    <a:pt x="998" y="1780"/>
                    <a:pt x="740" y="1743"/>
                  </a:cubicBezTo>
                  <a:cubicBezTo>
                    <a:pt x="629" y="1743"/>
                    <a:pt x="555" y="1743"/>
                    <a:pt x="481" y="1706"/>
                  </a:cubicBezTo>
                  <a:lnTo>
                    <a:pt x="407" y="1706"/>
                  </a:lnTo>
                  <a:cubicBezTo>
                    <a:pt x="376" y="1700"/>
                    <a:pt x="346" y="1697"/>
                    <a:pt x="318" y="1697"/>
                  </a:cubicBezTo>
                  <a:cubicBezTo>
                    <a:pt x="176" y="1697"/>
                    <a:pt x="68" y="1774"/>
                    <a:pt x="37" y="1928"/>
                  </a:cubicBezTo>
                  <a:cubicBezTo>
                    <a:pt x="0" y="2076"/>
                    <a:pt x="74" y="2261"/>
                    <a:pt x="259" y="2298"/>
                  </a:cubicBezTo>
                  <a:cubicBezTo>
                    <a:pt x="259" y="2298"/>
                    <a:pt x="851" y="2446"/>
                    <a:pt x="1701" y="2446"/>
                  </a:cubicBezTo>
                  <a:cubicBezTo>
                    <a:pt x="2995" y="2446"/>
                    <a:pt x="4917" y="2113"/>
                    <a:pt x="6433" y="523"/>
                  </a:cubicBezTo>
                  <a:cubicBezTo>
                    <a:pt x="6544" y="412"/>
                    <a:pt x="6544" y="190"/>
                    <a:pt x="6433" y="79"/>
                  </a:cubicBezTo>
                  <a:cubicBezTo>
                    <a:pt x="6382" y="28"/>
                    <a:pt x="6306" y="0"/>
                    <a:pt x="622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37">
              <a:extLst>
                <a:ext uri="{FF2B5EF4-FFF2-40B4-BE49-F238E27FC236}">
                  <a16:creationId xmlns:a16="http://schemas.microsoft.com/office/drawing/2014/main" id="{2655050B-41F0-5A48-0EE1-CA9503D9F053}"/>
                </a:ext>
              </a:extLst>
            </p:cNvPr>
            <p:cNvSpPr/>
            <p:nvPr/>
          </p:nvSpPr>
          <p:spPr>
            <a:xfrm>
              <a:off x="862950" y="4920450"/>
              <a:ext cx="1188625" cy="15750"/>
            </a:xfrm>
            <a:custGeom>
              <a:avLst/>
              <a:gdLst/>
              <a:ahLst/>
              <a:cxnLst/>
              <a:rect l="l" t="t" r="r" b="b"/>
              <a:pathLst>
                <a:path w="47545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47249" y="629"/>
                  </a:lnTo>
                  <a:cubicBezTo>
                    <a:pt x="47397" y="629"/>
                    <a:pt x="47545" y="481"/>
                    <a:pt x="47545" y="296"/>
                  </a:cubicBezTo>
                  <a:cubicBezTo>
                    <a:pt x="47545" y="149"/>
                    <a:pt x="47397" y="1"/>
                    <a:pt x="472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37">
              <a:extLst>
                <a:ext uri="{FF2B5EF4-FFF2-40B4-BE49-F238E27FC236}">
                  <a16:creationId xmlns:a16="http://schemas.microsoft.com/office/drawing/2014/main" id="{FF895CAA-6617-9B80-A65B-FFF7B5D6608C}"/>
                </a:ext>
              </a:extLst>
            </p:cNvPr>
            <p:cNvSpPr/>
            <p:nvPr/>
          </p:nvSpPr>
          <p:spPr>
            <a:xfrm>
              <a:off x="2173575" y="4920450"/>
              <a:ext cx="4043675" cy="15750"/>
            </a:xfrm>
            <a:custGeom>
              <a:avLst/>
              <a:gdLst/>
              <a:ahLst/>
              <a:cxnLst/>
              <a:rect l="l" t="t" r="r" b="b"/>
              <a:pathLst>
                <a:path w="161747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1451" y="629"/>
                  </a:lnTo>
                  <a:cubicBezTo>
                    <a:pt x="161599" y="629"/>
                    <a:pt x="161746" y="481"/>
                    <a:pt x="161746" y="296"/>
                  </a:cubicBezTo>
                  <a:cubicBezTo>
                    <a:pt x="161746" y="149"/>
                    <a:pt x="161599" y="1"/>
                    <a:pt x="16145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37">
              <a:extLst>
                <a:ext uri="{FF2B5EF4-FFF2-40B4-BE49-F238E27FC236}">
                  <a16:creationId xmlns:a16="http://schemas.microsoft.com/office/drawing/2014/main" id="{26825832-0525-86D2-2C8D-B1E51F8562B0}"/>
                </a:ext>
              </a:extLst>
            </p:cNvPr>
            <p:cNvSpPr/>
            <p:nvPr/>
          </p:nvSpPr>
          <p:spPr>
            <a:xfrm>
              <a:off x="6316125" y="4920450"/>
              <a:ext cx="159000" cy="15750"/>
            </a:xfrm>
            <a:custGeom>
              <a:avLst/>
              <a:gdLst/>
              <a:ahLst/>
              <a:cxnLst/>
              <a:rect l="l" t="t" r="r" b="b"/>
              <a:pathLst>
                <a:path w="63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6026" y="629"/>
                  </a:lnTo>
                  <a:cubicBezTo>
                    <a:pt x="6211" y="629"/>
                    <a:pt x="6359" y="481"/>
                    <a:pt x="6359" y="296"/>
                  </a:cubicBezTo>
                  <a:cubicBezTo>
                    <a:pt x="6359" y="149"/>
                    <a:pt x="6211" y="1"/>
                    <a:pt x="60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37">
              <a:extLst>
                <a:ext uri="{FF2B5EF4-FFF2-40B4-BE49-F238E27FC236}">
                  <a16:creationId xmlns:a16="http://schemas.microsoft.com/office/drawing/2014/main" id="{DA0D9133-5791-2E7F-BB3A-7D51D258FA50}"/>
                </a:ext>
              </a:extLst>
            </p:cNvPr>
            <p:cNvSpPr/>
            <p:nvPr/>
          </p:nvSpPr>
          <p:spPr>
            <a:xfrm>
              <a:off x="4014700" y="2706825"/>
              <a:ext cx="350325" cy="819850"/>
            </a:xfrm>
            <a:custGeom>
              <a:avLst/>
              <a:gdLst/>
              <a:ahLst/>
              <a:cxnLst/>
              <a:rect l="l" t="t" r="r" b="b"/>
              <a:pathLst>
                <a:path w="14013" h="32794" extrusionOk="0">
                  <a:moveTo>
                    <a:pt x="0" y="1"/>
                  </a:moveTo>
                  <a:lnTo>
                    <a:pt x="0" y="32794"/>
                  </a:lnTo>
                  <a:lnTo>
                    <a:pt x="14012" y="32794"/>
                  </a:lnTo>
                  <a:lnTo>
                    <a:pt x="1401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37">
              <a:extLst>
                <a:ext uri="{FF2B5EF4-FFF2-40B4-BE49-F238E27FC236}">
                  <a16:creationId xmlns:a16="http://schemas.microsoft.com/office/drawing/2014/main" id="{12ADB47D-A7A0-55E1-00BA-4A139711BD20}"/>
                </a:ext>
              </a:extLst>
            </p:cNvPr>
            <p:cNvSpPr/>
            <p:nvPr/>
          </p:nvSpPr>
          <p:spPr>
            <a:xfrm>
              <a:off x="1582025" y="1799200"/>
              <a:ext cx="1080500" cy="1727475"/>
            </a:xfrm>
            <a:custGeom>
              <a:avLst/>
              <a:gdLst/>
              <a:ahLst/>
              <a:cxnLst/>
              <a:rect l="l" t="t" r="r" b="b"/>
              <a:pathLst>
                <a:path w="43220" h="69099" extrusionOk="0">
                  <a:moveTo>
                    <a:pt x="1" y="1"/>
                  </a:moveTo>
                  <a:lnTo>
                    <a:pt x="1" y="67768"/>
                  </a:lnTo>
                  <a:cubicBezTo>
                    <a:pt x="1073" y="68175"/>
                    <a:pt x="2145" y="68618"/>
                    <a:pt x="3217" y="69099"/>
                  </a:cubicBezTo>
                  <a:lnTo>
                    <a:pt x="22738" y="69099"/>
                  </a:lnTo>
                  <a:cubicBezTo>
                    <a:pt x="30686" y="58747"/>
                    <a:pt x="31537" y="19188"/>
                    <a:pt x="432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37">
              <a:extLst>
                <a:ext uri="{FF2B5EF4-FFF2-40B4-BE49-F238E27FC236}">
                  <a16:creationId xmlns:a16="http://schemas.microsoft.com/office/drawing/2014/main" id="{E76910E6-242B-0F76-2A09-99FF04EA333F}"/>
                </a:ext>
              </a:extLst>
            </p:cNvPr>
            <p:cNvSpPr/>
            <p:nvPr/>
          </p:nvSpPr>
          <p:spPr>
            <a:xfrm>
              <a:off x="1582025" y="1799200"/>
              <a:ext cx="2783000" cy="1727475"/>
            </a:xfrm>
            <a:custGeom>
              <a:avLst/>
              <a:gdLst/>
              <a:ahLst/>
              <a:cxnLst/>
              <a:rect l="l" t="t" r="r" b="b"/>
              <a:pathLst>
                <a:path w="111320" h="69099" extrusionOk="0">
                  <a:moveTo>
                    <a:pt x="1" y="67768"/>
                  </a:moveTo>
                  <a:lnTo>
                    <a:pt x="1" y="69099"/>
                  </a:lnTo>
                  <a:lnTo>
                    <a:pt x="3217" y="69099"/>
                  </a:lnTo>
                  <a:cubicBezTo>
                    <a:pt x="2145" y="68618"/>
                    <a:pt x="1073" y="68175"/>
                    <a:pt x="1" y="67768"/>
                  </a:cubicBezTo>
                  <a:close/>
                  <a:moveTo>
                    <a:pt x="43220" y="1"/>
                  </a:moveTo>
                  <a:cubicBezTo>
                    <a:pt x="31537" y="19188"/>
                    <a:pt x="30686" y="58747"/>
                    <a:pt x="22738" y="69099"/>
                  </a:cubicBezTo>
                  <a:lnTo>
                    <a:pt x="94904" y="69099"/>
                  </a:lnTo>
                  <a:cubicBezTo>
                    <a:pt x="95644" y="68433"/>
                    <a:pt x="96383" y="67768"/>
                    <a:pt x="97197" y="67102"/>
                  </a:cubicBezTo>
                  <a:cubicBezTo>
                    <a:pt x="100043" y="55678"/>
                    <a:pt x="102483" y="45770"/>
                    <a:pt x="103260" y="42036"/>
                  </a:cubicBezTo>
                  <a:cubicBezTo>
                    <a:pt x="103408" y="41297"/>
                    <a:pt x="103482" y="40816"/>
                    <a:pt x="103482" y="40594"/>
                  </a:cubicBezTo>
                  <a:cubicBezTo>
                    <a:pt x="103629" y="38672"/>
                    <a:pt x="104147" y="37452"/>
                    <a:pt x="104813" y="36675"/>
                  </a:cubicBezTo>
                  <a:cubicBezTo>
                    <a:pt x="105441" y="35936"/>
                    <a:pt x="106254" y="35677"/>
                    <a:pt x="106883" y="35677"/>
                  </a:cubicBezTo>
                  <a:cubicBezTo>
                    <a:pt x="107474" y="35677"/>
                    <a:pt x="108916" y="35788"/>
                    <a:pt x="110210" y="35899"/>
                  </a:cubicBezTo>
                  <a:cubicBezTo>
                    <a:pt x="110617" y="35936"/>
                    <a:pt x="110987" y="35973"/>
                    <a:pt x="111319" y="35973"/>
                  </a:cubicBezTo>
                  <a:lnTo>
                    <a:pt x="1113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37">
              <a:extLst>
                <a:ext uri="{FF2B5EF4-FFF2-40B4-BE49-F238E27FC236}">
                  <a16:creationId xmlns:a16="http://schemas.microsoft.com/office/drawing/2014/main" id="{1209027B-0D14-CA02-E272-4F8491B1DAC5}"/>
                </a:ext>
              </a:extLst>
            </p:cNvPr>
            <p:cNvSpPr/>
            <p:nvPr/>
          </p:nvSpPr>
          <p:spPr>
            <a:xfrm>
              <a:off x="3977725" y="3502625"/>
              <a:ext cx="27750" cy="24050"/>
            </a:xfrm>
            <a:custGeom>
              <a:avLst/>
              <a:gdLst/>
              <a:ahLst/>
              <a:cxnLst/>
              <a:rect l="l" t="t" r="r" b="b"/>
              <a:pathLst>
                <a:path w="1110" h="962" extrusionOk="0">
                  <a:moveTo>
                    <a:pt x="1110" y="1"/>
                  </a:moveTo>
                  <a:cubicBezTo>
                    <a:pt x="740" y="333"/>
                    <a:pt x="370" y="629"/>
                    <a:pt x="1" y="962"/>
                  </a:cubicBezTo>
                  <a:lnTo>
                    <a:pt x="851" y="962"/>
                  </a:lnTo>
                  <a:cubicBezTo>
                    <a:pt x="925" y="629"/>
                    <a:pt x="999" y="333"/>
                    <a:pt x="11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37">
              <a:extLst>
                <a:ext uri="{FF2B5EF4-FFF2-40B4-BE49-F238E27FC236}">
                  <a16:creationId xmlns:a16="http://schemas.microsoft.com/office/drawing/2014/main" id="{AD5B6F52-6C00-412D-1907-2DC9AFDDDF32}"/>
                </a:ext>
              </a:extLst>
            </p:cNvPr>
            <p:cNvSpPr/>
            <p:nvPr/>
          </p:nvSpPr>
          <p:spPr>
            <a:xfrm>
              <a:off x="3954625" y="3476750"/>
              <a:ext cx="57325" cy="49925"/>
            </a:xfrm>
            <a:custGeom>
              <a:avLst/>
              <a:gdLst/>
              <a:ahLst/>
              <a:cxnLst/>
              <a:rect l="l" t="t" r="r" b="b"/>
              <a:pathLst>
                <a:path w="2293" h="1997" extrusionOk="0">
                  <a:moveTo>
                    <a:pt x="2293" y="0"/>
                  </a:moveTo>
                  <a:lnTo>
                    <a:pt x="2293" y="0"/>
                  </a:lnTo>
                  <a:cubicBezTo>
                    <a:pt x="1479" y="666"/>
                    <a:pt x="740" y="1331"/>
                    <a:pt x="0" y="1997"/>
                  </a:cubicBezTo>
                  <a:lnTo>
                    <a:pt x="925" y="1997"/>
                  </a:lnTo>
                  <a:cubicBezTo>
                    <a:pt x="1294" y="1664"/>
                    <a:pt x="1664" y="1368"/>
                    <a:pt x="2034" y="1036"/>
                  </a:cubicBezTo>
                  <a:cubicBezTo>
                    <a:pt x="2108" y="703"/>
                    <a:pt x="2182" y="333"/>
                    <a:pt x="229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37">
              <a:extLst>
                <a:ext uri="{FF2B5EF4-FFF2-40B4-BE49-F238E27FC236}">
                  <a16:creationId xmlns:a16="http://schemas.microsoft.com/office/drawing/2014/main" id="{AA4A60E8-E7CB-9B96-2C92-752BCF7B3DC6}"/>
                </a:ext>
              </a:extLst>
            </p:cNvPr>
            <p:cNvSpPr/>
            <p:nvPr/>
          </p:nvSpPr>
          <p:spPr>
            <a:xfrm>
              <a:off x="3998975" y="2691125"/>
              <a:ext cx="366050" cy="835550"/>
            </a:xfrm>
            <a:custGeom>
              <a:avLst/>
              <a:gdLst/>
              <a:ahLst/>
              <a:cxnLst/>
              <a:rect l="l" t="t" r="r" b="b"/>
              <a:pathLst>
                <a:path w="14642" h="33422" extrusionOk="0">
                  <a:moveTo>
                    <a:pt x="10205" y="0"/>
                  </a:moveTo>
                  <a:cubicBezTo>
                    <a:pt x="9576" y="0"/>
                    <a:pt x="8763" y="259"/>
                    <a:pt x="8135" y="998"/>
                  </a:cubicBezTo>
                  <a:cubicBezTo>
                    <a:pt x="7469" y="1775"/>
                    <a:pt x="6951" y="2995"/>
                    <a:pt x="6804" y="4917"/>
                  </a:cubicBezTo>
                  <a:cubicBezTo>
                    <a:pt x="6804" y="5139"/>
                    <a:pt x="6730" y="5620"/>
                    <a:pt x="6582" y="6359"/>
                  </a:cubicBezTo>
                  <a:cubicBezTo>
                    <a:pt x="5805" y="10093"/>
                    <a:pt x="3365" y="20001"/>
                    <a:pt x="519" y="31425"/>
                  </a:cubicBezTo>
                  <a:cubicBezTo>
                    <a:pt x="408" y="31758"/>
                    <a:pt x="334" y="32128"/>
                    <a:pt x="260" y="32461"/>
                  </a:cubicBezTo>
                  <a:cubicBezTo>
                    <a:pt x="149" y="32793"/>
                    <a:pt x="75" y="33089"/>
                    <a:pt x="1" y="33422"/>
                  </a:cubicBezTo>
                  <a:lnTo>
                    <a:pt x="629" y="33422"/>
                  </a:lnTo>
                  <a:cubicBezTo>
                    <a:pt x="999" y="31980"/>
                    <a:pt x="1369" y="30575"/>
                    <a:pt x="1702" y="29207"/>
                  </a:cubicBezTo>
                  <a:cubicBezTo>
                    <a:pt x="3254" y="22922"/>
                    <a:pt x="4659" y="17229"/>
                    <a:pt x="5694" y="12903"/>
                  </a:cubicBezTo>
                  <a:cubicBezTo>
                    <a:pt x="6212" y="10759"/>
                    <a:pt x="6619" y="8947"/>
                    <a:pt x="6914" y="7616"/>
                  </a:cubicBezTo>
                  <a:cubicBezTo>
                    <a:pt x="7210" y="6248"/>
                    <a:pt x="7395" y="5361"/>
                    <a:pt x="7432" y="4954"/>
                  </a:cubicBezTo>
                  <a:cubicBezTo>
                    <a:pt x="7580" y="3106"/>
                    <a:pt x="8061" y="2034"/>
                    <a:pt x="8578" y="1405"/>
                  </a:cubicBezTo>
                  <a:cubicBezTo>
                    <a:pt x="9133" y="777"/>
                    <a:pt x="9724" y="629"/>
                    <a:pt x="10205" y="629"/>
                  </a:cubicBezTo>
                  <a:cubicBezTo>
                    <a:pt x="10759" y="629"/>
                    <a:pt x="12201" y="740"/>
                    <a:pt x="13495" y="814"/>
                  </a:cubicBezTo>
                  <a:cubicBezTo>
                    <a:pt x="13902" y="851"/>
                    <a:pt x="14309" y="888"/>
                    <a:pt x="14641" y="925"/>
                  </a:cubicBezTo>
                  <a:lnTo>
                    <a:pt x="14641" y="296"/>
                  </a:lnTo>
                  <a:cubicBezTo>
                    <a:pt x="14309" y="296"/>
                    <a:pt x="13939" y="259"/>
                    <a:pt x="13532" y="222"/>
                  </a:cubicBezTo>
                  <a:cubicBezTo>
                    <a:pt x="12238" y="111"/>
                    <a:pt x="10796" y="0"/>
                    <a:pt x="102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37">
              <a:extLst>
                <a:ext uri="{FF2B5EF4-FFF2-40B4-BE49-F238E27FC236}">
                  <a16:creationId xmlns:a16="http://schemas.microsoft.com/office/drawing/2014/main" id="{607D4A71-5D43-445C-628A-118403A84524}"/>
                </a:ext>
              </a:extLst>
            </p:cNvPr>
            <p:cNvSpPr/>
            <p:nvPr/>
          </p:nvSpPr>
          <p:spPr>
            <a:xfrm>
              <a:off x="1529350" y="1687375"/>
              <a:ext cx="2889275" cy="1951150"/>
            </a:xfrm>
            <a:custGeom>
              <a:avLst/>
              <a:gdLst/>
              <a:ahLst/>
              <a:cxnLst/>
              <a:rect l="l" t="t" r="r" b="b"/>
              <a:pathLst>
                <a:path w="115571" h="78046" extrusionOk="0">
                  <a:moveTo>
                    <a:pt x="113759" y="4178"/>
                  </a:moveTo>
                  <a:lnTo>
                    <a:pt x="113759" y="73868"/>
                  </a:lnTo>
                  <a:lnTo>
                    <a:pt x="1812" y="73868"/>
                  </a:lnTo>
                  <a:lnTo>
                    <a:pt x="1812" y="4178"/>
                  </a:lnTo>
                  <a:close/>
                  <a:moveTo>
                    <a:pt x="1" y="0"/>
                  </a:moveTo>
                  <a:lnTo>
                    <a:pt x="1" y="78045"/>
                  </a:lnTo>
                  <a:lnTo>
                    <a:pt x="115571" y="78045"/>
                  </a:lnTo>
                  <a:lnTo>
                    <a:pt x="1155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37">
              <a:extLst>
                <a:ext uri="{FF2B5EF4-FFF2-40B4-BE49-F238E27FC236}">
                  <a16:creationId xmlns:a16="http://schemas.microsoft.com/office/drawing/2014/main" id="{55A4D38F-0A63-4968-94EC-796348A09F45}"/>
                </a:ext>
              </a:extLst>
            </p:cNvPr>
            <p:cNvSpPr/>
            <p:nvPr/>
          </p:nvSpPr>
          <p:spPr>
            <a:xfrm>
              <a:off x="1521025" y="1679050"/>
              <a:ext cx="2905000" cy="1966875"/>
            </a:xfrm>
            <a:custGeom>
              <a:avLst/>
              <a:gdLst/>
              <a:ahLst/>
              <a:cxnLst/>
              <a:rect l="l" t="t" r="r" b="b"/>
              <a:pathLst>
                <a:path w="116200" h="78675" extrusionOk="0">
                  <a:moveTo>
                    <a:pt x="113759" y="4807"/>
                  </a:moveTo>
                  <a:lnTo>
                    <a:pt x="113759" y="73905"/>
                  </a:lnTo>
                  <a:lnTo>
                    <a:pt x="2441" y="73905"/>
                  </a:lnTo>
                  <a:lnTo>
                    <a:pt x="2441" y="4807"/>
                  </a:lnTo>
                  <a:close/>
                  <a:moveTo>
                    <a:pt x="2145" y="4178"/>
                  </a:moveTo>
                  <a:cubicBezTo>
                    <a:pt x="2071" y="4178"/>
                    <a:pt x="1997" y="4215"/>
                    <a:pt x="1923" y="4289"/>
                  </a:cubicBezTo>
                  <a:cubicBezTo>
                    <a:pt x="1849" y="4326"/>
                    <a:pt x="1849" y="4400"/>
                    <a:pt x="1849" y="4511"/>
                  </a:cubicBezTo>
                  <a:lnTo>
                    <a:pt x="1849" y="74201"/>
                  </a:lnTo>
                  <a:cubicBezTo>
                    <a:pt x="1849" y="74275"/>
                    <a:pt x="1849" y="74385"/>
                    <a:pt x="1923" y="74422"/>
                  </a:cubicBezTo>
                  <a:cubicBezTo>
                    <a:pt x="1997" y="74496"/>
                    <a:pt x="2071" y="74533"/>
                    <a:pt x="2145" y="74533"/>
                  </a:cubicBezTo>
                  <a:lnTo>
                    <a:pt x="114092" y="74533"/>
                  </a:lnTo>
                  <a:cubicBezTo>
                    <a:pt x="114166" y="74533"/>
                    <a:pt x="114240" y="74496"/>
                    <a:pt x="114314" y="74422"/>
                  </a:cubicBezTo>
                  <a:cubicBezTo>
                    <a:pt x="114351" y="74385"/>
                    <a:pt x="114388" y="74275"/>
                    <a:pt x="114388" y="74201"/>
                  </a:cubicBezTo>
                  <a:lnTo>
                    <a:pt x="114388" y="4511"/>
                  </a:lnTo>
                  <a:cubicBezTo>
                    <a:pt x="114388" y="4400"/>
                    <a:pt x="114351" y="4326"/>
                    <a:pt x="114314" y="4289"/>
                  </a:cubicBezTo>
                  <a:cubicBezTo>
                    <a:pt x="114240" y="4215"/>
                    <a:pt x="114166" y="4178"/>
                    <a:pt x="114092" y="4178"/>
                  </a:cubicBezTo>
                  <a:close/>
                  <a:moveTo>
                    <a:pt x="115608" y="629"/>
                  </a:moveTo>
                  <a:lnTo>
                    <a:pt x="115608" y="78082"/>
                  </a:lnTo>
                  <a:lnTo>
                    <a:pt x="629" y="78082"/>
                  </a:lnTo>
                  <a:lnTo>
                    <a:pt x="629" y="629"/>
                  </a:lnTo>
                  <a:close/>
                  <a:moveTo>
                    <a:pt x="334" y="0"/>
                  </a:moveTo>
                  <a:cubicBezTo>
                    <a:pt x="223" y="0"/>
                    <a:pt x="149" y="37"/>
                    <a:pt x="112" y="111"/>
                  </a:cubicBezTo>
                  <a:cubicBezTo>
                    <a:pt x="38" y="148"/>
                    <a:pt x="1" y="259"/>
                    <a:pt x="1" y="333"/>
                  </a:cubicBezTo>
                  <a:lnTo>
                    <a:pt x="1" y="78378"/>
                  </a:lnTo>
                  <a:cubicBezTo>
                    <a:pt x="1" y="78452"/>
                    <a:pt x="38" y="78526"/>
                    <a:pt x="112" y="78600"/>
                  </a:cubicBezTo>
                  <a:cubicBezTo>
                    <a:pt x="149" y="78637"/>
                    <a:pt x="223" y="78674"/>
                    <a:pt x="334" y="78674"/>
                  </a:cubicBezTo>
                  <a:lnTo>
                    <a:pt x="115904" y="78674"/>
                  </a:lnTo>
                  <a:cubicBezTo>
                    <a:pt x="115978" y="78674"/>
                    <a:pt x="116052" y="78637"/>
                    <a:pt x="116125" y="78600"/>
                  </a:cubicBezTo>
                  <a:cubicBezTo>
                    <a:pt x="116162" y="78526"/>
                    <a:pt x="116199" y="78452"/>
                    <a:pt x="116199" y="78378"/>
                  </a:cubicBezTo>
                  <a:lnTo>
                    <a:pt x="116199" y="333"/>
                  </a:lnTo>
                  <a:cubicBezTo>
                    <a:pt x="116199" y="259"/>
                    <a:pt x="116162" y="185"/>
                    <a:pt x="116125" y="111"/>
                  </a:cubicBezTo>
                  <a:cubicBezTo>
                    <a:pt x="116052" y="37"/>
                    <a:pt x="115978" y="0"/>
                    <a:pt x="11590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37">
              <a:extLst>
                <a:ext uri="{FF2B5EF4-FFF2-40B4-BE49-F238E27FC236}">
                  <a16:creationId xmlns:a16="http://schemas.microsoft.com/office/drawing/2014/main" id="{49AB946C-90F9-E928-2C17-4187BD92051A}"/>
                </a:ext>
              </a:extLst>
            </p:cNvPr>
            <p:cNvSpPr/>
            <p:nvPr/>
          </p:nvSpPr>
          <p:spPr>
            <a:xfrm>
              <a:off x="1634725" y="1846350"/>
              <a:ext cx="1974250" cy="154375"/>
            </a:xfrm>
            <a:custGeom>
              <a:avLst/>
              <a:gdLst/>
              <a:ahLst/>
              <a:cxnLst/>
              <a:rect l="l" t="t" r="r" b="b"/>
              <a:pathLst>
                <a:path w="78970" h="6175" extrusionOk="0">
                  <a:moveTo>
                    <a:pt x="2071" y="0"/>
                  </a:moveTo>
                  <a:cubicBezTo>
                    <a:pt x="924" y="0"/>
                    <a:pt x="0" y="924"/>
                    <a:pt x="0" y="2070"/>
                  </a:cubicBezTo>
                  <a:lnTo>
                    <a:pt x="0" y="4104"/>
                  </a:lnTo>
                  <a:cubicBezTo>
                    <a:pt x="0" y="5250"/>
                    <a:pt x="924" y="6174"/>
                    <a:pt x="2071" y="6174"/>
                  </a:cubicBezTo>
                  <a:lnTo>
                    <a:pt x="76862" y="6174"/>
                  </a:lnTo>
                  <a:cubicBezTo>
                    <a:pt x="78008" y="6174"/>
                    <a:pt x="78969" y="5250"/>
                    <a:pt x="78969" y="4104"/>
                  </a:cubicBezTo>
                  <a:lnTo>
                    <a:pt x="78969" y="2070"/>
                  </a:lnTo>
                  <a:cubicBezTo>
                    <a:pt x="78969" y="924"/>
                    <a:pt x="78008" y="0"/>
                    <a:pt x="768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37">
              <a:extLst>
                <a:ext uri="{FF2B5EF4-FFF2-40B4-BE49-F238E27FC236}">
                  <a16:creationId xmlns:a16="http://schemas.microsoft.com/office/drawing/2014/main" id="{9267B011-0393-8FCA-14DE-4562B5FFEBCF}"/>
                </a:ext>
              </a:extLst>
            </p:cNvPr>
            <p:cNvSpPr/>
            <p:nvPr/>
          </p:nvSpPr>
          <p:spPr>
            <a:xfrm>
              <a:off x="1626400" y="1838950"/>
              <a:ext cx="1989975" cy="170075"/>
            </a:xfrm>
            <a:custGeom>
              <a:avLst/>
              <a:gdLst/>
              <a:ahLst/>
              <a:cxnLst/>
              <a:rect l="l" t="t" r="r" b="b"/>
              <a:pathLst>
                <a:path w="79599" h="6803" extrusionOk="0">
                  <a:moveTo>
                    <a:pt x="77195" y="629"/>
                  </a:moveTo>
                  <a:cubicBezTo>
                    <a:pt x="78193" y="629"/>
                    <a:pt x="78970" y="1405"/>
                    <a:pt x="78970" y="2366"/>
                  </a:cubicBezTo>
                  <a:lnTo>
                    <a:pt x="78970" y="4400"/>
                  </a:lnTo>
                  <a:cubicBezTo>
                    <a:pt x="78970" y="5398"/>
                    <a:pt x="78193" y="6174"/>
                    <a:pt x="77195" y="6174"/>
                  </a:cubicBezTo>
                  <a:lnTo>
                    <a:pt x="2404" y="6174"/>
                  </a:lnTo>
                  <a:cubicBezTo>
                    <a:pt x="1442" y="6174"/>
                    <a:pt x="629" y="5398"/>
                    <a:pt x="629" y="4400"/>
                  </a:cubicBezTo>
                  <a:lnTo>
                    <a:pt x="629" y="2366"/>
                  </a:lnTo>
                  <a:cubicBezTo>
                    <a:pt x="629" y="1405"/>
                    <a:pt x="1442" y="629"/>
                    <a:pt x="2404" y="629"/>
                  </a:cubicBezTo>
                  <a:close/>
                  <a:moveTo>
                    <a:pt x="2404" y="0"/>
                  </a:moveTo>
                  <a:cubicBezTo>
                    <a:pt x="1073" y="0"/>
                    <a:pt x="0" y="1072"/>
                    <a:pt x="0" y="2366"/>
                  </a:cubicBezTo>
                  <a:lnTo>
                    <a:pt x="0" y="4400"/>
                  </a:lnTo>
                  <a:cubicBezTo>
                    <a:pt x="0" y="5731"/>
                    <a:pt x="1073" y="6803"/>
                    <a:pt x="2404" y="6803"/>
                  </a:cubicBezTo>
                  <a:lnTo>
                    <a:pt x="77195" y="6803"/>
                  </a:lnTo>
                  <a:cubicBezTo>
                    <a:pt x="78526" y="6803"/>
                    <a:pt x="79598" y="5731"/>
                    <a:pt x="79598" y="4400"/>
                  </a:cubicBezTo>
                  <a:lnTo>
                    <a:pt x="79598" y="2366"/>
                  </a:lnTo>
                  <a:cubicBezTo>
                    <a:pt x="79598" y="1072"/>
                    <a:pt x="78526" y="0"/>
                    <a:pt x="7719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37">
              <a:extLst>
                <a:ext uri="{FF2B5EF4-FFF2-40B4-BE49-F238E27FC236}">
                  <a16:creationId xmlns:a16="http://schemas.microsoft.com/office/drawing/2014/main" id="{D76A67A2-6DD2-EEB6-9BD1-5B5C581F665E}"/>
                </a:ext>
              </a:extLst>
            </p:cNvPr>
            <p:cNvSpPr/>
            <p:nvPr/>
          </p:nvSpPr>
          <p:spPr>
            <a:xfrm>
              <a:off x="1658750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37">
              <a:extLst>
                <a:ext uri="{FF2B5EF4-FFF2-40B4-BE49-F238E27FC236}">
                  <a16:creationId xmlns:a16="http://schemas.microsoft.com/office/drawing/2014/main" id="{7B2C129C-8EA3-6197-D405-CDFC881D5159}"/>
                </a:ext>
              </a:extLst>
            </p:cNvPr>
            <p:cNvSpPr/>
            <p:nvPr/>
          </p:nvSpPr>
          <p:spPr>
            <a:xfrm>
              <a:off x="1658750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37">
              <a:extLst>
                <a:ext uri="{FF2B5EF4-FFF2-40B4-BE49-F238E27FC236}">
                  <a16:creationId xmlns:a16="http://schemas.microsoft.com/office/drawing/2014/main" id="{32FDB6E0-6569-2065-1D46-7BA97B9A49D8}"/>
                </a:ext>
              </a:extLst>
            </p:cNvPr>
            <p:cNvSpPr/>
            <p:nvPr/>
          </p:nvSpPr>
          <p:spPr>
            <a:xfrm>
              <a:off x="1658750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37">
              <a:extLst>
                <a:ext uri="{FF2B5EF4-FFF2-40B4-BE49-F238E27FC236}">
                  <a16:creationId xmlns:a16="http://schemas.microsoft.com/office/drawing/2014/main" id="{CA71B528-89FA-0FDD-4598-9F41AE3AECEA}"/>
                </a:ext>
              </a:extLst>
            </p:cNvPr>
            <p:cNvSpPr/>
            <p:nvPr/>
          </p:nvSpPr>
          <p:spPr>
            <a:xfrm>
              <a:off x="1658750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37">
              <a:extLst>
                <a:ext uri="{FF2B5EF4-FFF2-40B4-BE49-F238E27FC236}">
                  <a16:creationId xmlns:a16="http://schemas.microsoft.com/office/drawing/2014/main" id="{D3EA3687-E00C-2F28-3EA7-9CC9562D979A}"/>
                </a:ext>
              </a:extLst>
            </p:cNvPr>
            <p:cNvSpPr/>
            <p:nvPr/>
          </p:nvSpPr>
          <p:spPr>
            <a:xfrm>
              <a:off x="2144000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37">
              <a:extLst>
                <a:ext uri="{FF2B5EF4-FFF2-40B4-BE49-F238E27FC236}">
                  <a16:creationId xmlns:a16="http://schemas.microsoft.com/office/drawing/2014/main" id="{C59E7852-03CD-714D-E692-66ACEBB47F8B}"/>
                </a:ext>
              </a:extLst>
            </p:cNvPr>
            <p:cNvSpPr/>
            <p:nvPr/>
          </p:nvSpPr>
          <p:spPr>
            <a:xfrm>
              <a:off x="2144000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37">
              <a:extLst>
                <a:ext uri="{FF2B5EF4-FFF2-40B4-BE49-F238E27FC236}">
                  <a16:creationId xmlns:a16="http://schemas.microsoft.com/office/drawing/2014/main" id="{4D81B0D9-9ECB-E0BB-617B-5597699ED8AC}"/>
                </a:ext>
              </a:extLst>
            </p:cNvPr>
            <p:cNvSpPr/>
            <p:nvPr/>
          </p:nvSpPr>
          <p:spPr>
            <a:xfrm>
              <a:off x="2144000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37">
              <a:extLst>
                <a:ext uri="{FF2B5EF4-FFF2-40B4-BE49-F238E27FC236}">
                  <a16:creationId xmlns:a16="http://schemas.microsoft.com/office/drawing/2014/main" id="{40988A74-747E-450E-674E-3602C78AF87E}"/>
                </a:ext>
              </a:extLst>
            </p:cNvPr>
            <p:cNvSpPr/>
            <p:nvPr/>
          </p:nvSpPr>
          <p:spPr>
            <a:xfrm>
              <a:off x="2144000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37">
              <a:extLst>
                <a:ext uri="{FF2B5EF4-FFF2-40B4-BE49-F238E27FC236}">
                  <a16:creationId xmlns:a16="http://schemas.microsoft.com/office/drawing/2014/main" id="{335A1840-36D6-44AF-3CD2-228E0FFB50F8}"/>
                </a:ext>
              </a:extLst>
            </p:cNvPr>
            <p:cNvSpPr/>
            <p:nvPr/>
          </p:nvSpPr>
          <p:spPr>
            <a:xfrm>
              <a:off x="2629225" y="21679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297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37">
              <a:extLst>
                <a:ext uri="{FF2B5EF4-FFF2-40B4-BE49-F238E27FC236}">
                  <a16:creationId xmlns:a16="http://schemas.microsoft.com/office/drawing/2014/main" id="{9B0643C0-FAB3-9B33-2BE9-939256670067}"/>
                </a:ext>
              </a:extLst>
            </p:cNvPr>
            <p:cNvSpPr/>
            <p:nvPr/>
          </p:nvSpPr>
          <p:spPr>
            <a:xfrm>
              <a:off x="2629225" y="225947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37">
              <a:extLst>
                <a:ext uri="{FF2B5EF4-FFF2-40B4-BE49-F238E27FC236}">
                  <a16:creationId xmlns:a16="http://schemas.microsoft.com/office/drawing/2014/main" id="{9B6F33C4-FCCE-1B6E-7B7B-0F3CE01D0823}"/>
                </a:ext>
              </a:extLst>
            </p:cNvPr>
            <p:cNvSpPr/>
            <p:nvPr/>
          </p:nvSpPr>
          <p:spPr>
            <a:xfrm>
              <a:off x="2629225" y="2351000"/>
              <a:ext cx="421500" cy="15725"/>
            </a:xfrm>
            <a:custGeom>
              <a:avLst/>
              <a:gdLst/>
              <a:ahLst/>
              <a:cxnLst/>
              <a:rect l="l" t="t" r="r" b="b"/>
              <a:pathLst>
                <a:path w="16860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37">
              <a:extLst>
                <a:ext uri="{FF2B5EF4-FFF2-40B4-BE49-F238E27FC236}">
                  <a16:creationId xmlns:a16="http://schemas.microsoft.com/office/drawing/2014/main" id="{CF51AC73-24D9-A15D-C8CC-B9B5734F47C2}"/>
                </a:ext>
              </a:extLst>
            </p:cNvPr>
            <p:cNvSpPr/>
            <p:nvPr/>
          </p:nvSpPr>
          <p:spPr>
            <a:xfrm>
              <a:off x="2629225" y="2448025"/>
              <a:ext cx="421500" cy="15750"/>
            </a:xfrm>
            <a:custGeom>
              <a:avLst/>
              <a:gdLst/>
              <a:ahLst/>
              <a:cxnLst/>
              <a:rect l="l" t="t" r="r" b="b"/>
              <a:pathLst>
                <a:path w="16860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37">
              <a:extLst>
                <a:ext uri="{FF2B5EF4-FFF2-40B4-BE49-F238E27FC236}">
                  <a16:creationId xmlns:a16="http://schemas.microsoft.com/office/drawing/2014/main" id="{2084A3CA-009F-DE51-84BA-E044769FA3A5}"/>
                </a:ext>
              </a:extLst>
            </p:cNvPr>
            <p:cNvSpPr/>
            <p:nvPr/>
          </p:nvSpPr>
          <p:spPr>
            <a:xfrm>
              <a:off x="3114475" y="21679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297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37">
              <a:extLst>
                <a:ext uri="{FF2B5EF4-FFF2-40B4-BE49-F238E27FC236}">
                  <a16:creationId xmlns:a16="http://schemas.microsoft.com/office/drawing/2014/main" id="{0E19B99F-E344-6F59-734C-22E2622B1278}"/>
                </a:ext>
              </a:extLst>
            </p:cNvPr>
            <p:cNvSpPr/>
            <p:nvPr/>
          </p:nvSpPr>
          <p:spPr>
            <a:xfrm>
              <a:off x="3114475" y="225947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37">
              <a:extLst>
                <a:ext uri="{FF2B5EF4-FFF2-40B4-BE49-F238E27FC236}">
                  <a16:creationId xmlns:a16="http://schemas.microsoft.com/office/drawing/2014/main" id="{515471A8-D233-BE55-967C-B931D6A7F8E7}"/>
                </a:ext>
              </a:extLst>
            </p:cNvPr>
            <p:cNvSpPr/>
            <p:nvPr/>
          </p:nvSpPr>
          <p:spPr>
            <a:xfrm>
              <a:off x="3114475" y="2351000"/>
              <a:ext cx="421475" cy="15725"/>
            </a:xfrm>
            <a:custGeom>
              <a:avLst/>
              <a:gdLst/>
              <a:ahLst/>
              <a:cxnLst/>
              <a:rect l="l" t="t" r="r" b="b"/>
              <a:pathLst>
                <a:path w="16859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1"/>
                    <a:pt x="16859" y="333"/>
                  </a:cubicBezTo>
                  <a:cubicBezTo>
                    <a:pt x="16859" y="148"/>
                    <a:pt x="16748" y="0"/>
                    <a:pt x="165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37">
              <a:extLst>
                <a:ext uri="{FF2B5EF4-FFF2-40B4-BE49-F238E27FC236}">
                  <a16:creationId xmlns:a16="http://schemas.microsoft.com/office/drawing/2014/main" id="{26158126-EDEB-4AD4-0004-C33A9A5DC60B}"/>
                </a:ext>
              </a:extLst>
            </p:cNvPr>
            <p:cNvSpPr/>
            <p:nvPr/>
          </p:nvSpPr>
          <p:spPr>
            <a:xfrm>
              <a:off x="3114475" y="2448025"/>
              <a:ext cx="421475" cy="15750"/>
            </a:xfrm>
            <a:custGeom>
              <a:avLst/>
              <a:gdLst/>
              <a:ahLst/>
              <a:cxnLst/>
              <a:rect l="l" t="t" r="r" b="b"/>
              <a:pathLst>
                <a:path w="16859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2"/>
                    <a:pt x="148" y="629"/>
                    <a:pt x="296" y="629"/>
                  </a:cubicBezTo>
                  <a:lnTo>
                    <a:pt x="16563" y="629"/>
                  </a:lnTo>
                  <a:cubicBezTo>
                    <a:pt x="16748" y="629"/>
                    <a:pt x="16859" y="482"/>
                    <a:pt x="16859" y="334"/>
                  </a:cubicBezTo>
                  <a:cubicBezTo>
                    <a:pt x="16859" y="149"/>
                    <a:pt x="16748" y="1"/>
                    <a:pt x="165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37">
              <a:extLst>
                <a:ext uri="{FF2B5EF4-FFF2-40B4-BE49-F238E27FC236}">
                  <a16:creationId xmlns:a16="http://schemas.microsoft.com/office/drawing/2014/main" id="{0B3ABB34-B953-B95D-BE5D-4EDEABA57E72}"/>
                </a:ext>
              </a:extLst>
            </p:cNvPr>
            <p:cNvSpPr/>
            <p:nvPr/>
          </p:nvSpPr>
          <p:spPr>
            <a:xfrm>
              <a:off x="1902750" y="2663150"/>
              <a:ext cx="1494575" cy="451550"/>
            </a:xfrm>
            <a:custGeom>
              <a:avLst/>
              <a:gdLst/>
              <a:ahLst/>
              <a:cxnLst/>
              <a:rect l="l" t="t" r="r" b="b"/>
              <a:pathLst>
                <a:path w="59783" h="18062" extrusionOk="0">
                  <a:moveTo>
                    <a:pt x="59431" y="1"/>
                  </a:moveTo>
                  <a:cubicBezTo>
                    <a:pt x="59357" y="1"/>
                    <a:pt x="59283" y="29"/>
                    <a:pt x="59228" y="84"/>
                  </a:cubicBezTo>
                  <a:lnTo>
                    <a:pt x="45585" y="14466"/>
                  </a:lnTo>
                  <a:lnTo>
                    <a:pt x="33052" y="5001"/>
                  </a:lnTo>
                  <a:cubicBezTo>
                    <a:pt x="33003" y="4968"/>
                    <a:pt x="32945" y="4950"/>
                    <a:pt x="32887" y="4950"/>
                  </a:cubicBezTo>
                  <a:cubicBezTo>
                    <a:pt x="32816" y="4950"/>
                    <a:pt x="32744" y="4977"/>
                    <a:pt x="32683" y="5038"/>
                  </a:cubicBezTo>
                  <a:lnTo>
                    <a:pt x="24290" y="12654"/>
                  </a:lnTo>
                  <a:lnTo>
                    <a:pt x="14345" y="3707"/>
                  </a:lnTo>
                  <a:cubicBezTo>
                    <a:pt x="14294" y="3656"/>
                    <a:pt x="14226" y="3628"/>
                    <a:pt x="14154" y="3628"/>
                  </a:cubicBezTo>
                  <a:cubicBezTo>
                    <a:pt x="14071" y="3628"/>
                    <a:pt x="13981" y="3665"/>
                    <a:pt x="13902" y="3744"/>
                  </a:cubicBezTo>
                  <a:lnTo>
                    <a:pt x="112" y="17534"/>
                  </a:lnTo>
                  <a:cubicBezTo>
                    <a:pt x="1" y="17645"/>
                    <a:pt x="1" y="17830"/>
                    <a:pt x="112" y="17978"/>
                  </a:cubicBezTo>
                  <a:cubicBezTo>
                    <a:pt x="167" y="18033"/>
                    <a:pt x="250" y="18061"/>
                    <a:pt x="333" y="18061"/>
                  </a:cubicBezTo>
                  <a:cubicBezTo>
                    <a:pt x="417" y="18061"/>
                    <a:pt x="500" y="18033"/>
                    <a:pt x="555" y="17978"/>
                  </a:cubicBezTo>
                  <a:lnTo>
                    <a:pt x="14160" y="4373"/>
                  </a:lnTo>
                  <a:lnTo>
                    <a:pt x="24069" y="13283"/>
                  </a:lnTo>
                  <a:cubicBezTo>
                    <a:pt x="24142" y="13338"/>
                    <a:pt x="24216" y="13366"/>
                    <a:pt x="24290" y="13366"/>
                  </a:cubicBezTo>
                  <a:cubicBezTo>
                    <a:pt x="24364" y="13366"/>
                    <a:pt x="24438" y="13338"/>
                    <a:pt x="24512" y="13283"/>
                  </a:cubicBezTo>
                  <a:lnTo>
                    <a:pt x="32905" y="5667"/>
                  </a:lnTo>
                  <a:lnTo>
                    <a:pt x="45438" y="15131"/>
                  </a:lnTo>
                  <a:cubicBezTo>
                    <a:pt x="45504" y="15164"/>
                    <a:pt x="45578" y="15183"/>
                    <a:pt x="45646" y="15183"/>
                  </a:cubicBezTo>
                  <a:cubicBezTo>
                    <a:pt x="45729" y="15183"/>
                    <a:pt x="45804" y="15155"/>
                    <a:pt x="45844" y="15094"/>
                  </a:cubicBezTo>
                  <a:lnTo>
                    <a:pt x="59671" y="528"/>
                  </a:lnTo>
                  <a:cubicBezTo>
                    <a:pt x="59782" y="380"/>
                    <a:pt x="59782" y="195"/>
                    <a:pt x="59634" y="84"/>
                  </a:cubicBezTo>
                  <a:cubicBezTo>
                    <a:pt x="59579" y="29"/>
                    <a:pt x="59505" y="1"/>
                    <a:pt x="594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37">
              <a:extLst>
                <a:ext uri="{FF2B5EF4-FFF2-40B4-BE49-F238E27FC236}">
                  <a16:creationId xmlns:a16="http://schemas.microsoft.com/office/drawing/2014/main" id="{EBAB7D6D-F871-5EB6-AE89-323C69FBEBFA}"/>
                </a:ext>
              </a:extLst>
            </p:cNvPr>
            <p:cNvSpPr/>
            <p:nvPr/>
          </p:nvSpPr>
          <p:spPr>
            <a:xfrm>
              <a:off x="2210525" y="2716075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0"/>
                  </a:moveTo>
                  <a:cubicBezTo>
                    <a:pt x="814" y="0"/>
                    <a:pt x="1" y="814"/>
                    <a:pt x="1" y="1812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48" y="3661"/>
                    <a:pt x="3661" y="2847"/>
                    <a:pt x="3661" y="1812"/>
                  </a:cubicBezTo>
                  <a:cubicBezTo>
                    <a:pt x="3661" y="814"/>
                    <a:pt x="2848" y="0"/>
                    <a:pt x="18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37">
              <a:extLst>
                <a:ext uri="{FF2B5EF4-FFF2-40B4-BE49-F238E27FC236}">
                  <a16:creationId xmlns:a16="http://schemas.microsoft.com/office/drawing/2014/main" id="{91B416AB-D2CF-A3CB-7A4D-5EEE72F01650}"/>
                </a:ext>
              </a:extLst>
            </p:cNvPr>
            <p:cNvSpPr/>
            <p:nvPr/>
          </p:nvSpPr>
          <p:spPr>
            <a:xfrm>
              <a:off x="2203150" y="270867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7" y="629"/>
                  </a:moveTo>
                  <a:cubicBezTo>
                    <a:pt x="2958" y="629"/>
                    <a:pt x="3623" y="1295"/>
                    <a:pt x="3623" y="2108"/>
                  </a:cubicBezTo>
                  <a:cubicBezTo>
                    <a:pt x="3623" y="2958"/>
                    <a:pt x="2958" y="3624"/>
                    <a:pt x="2107" y="3624"/>
                  </a:cubicBezTo>
                  <a:cubicBezTo>
                    <a:pt x="1294" y="3624"/>
                    <a:pt x="592" y="2958"/>
                    <a:pt x="592" y="2108"/>
                  </a:cubicBezTo>
                  <a:cubicBezTo>
                    <a:pt x="592" y="1295"/>
                    <a:pt x="1294" y="629"/>
                    <a:pt x="2107" y="629"/>
                  </a:cubicBezTo>
                  <a:close/>
                  <a:moveTo>
                    <a:pt x="2107" y="1"/>
                  </a:moveTo>
                  <a:cubicBezTo>
                    <a:pt x="924" y="1"/>
                    <a:pt x="0" y="962"/>
                    <a:pt x="0" y="2108"/>
                  </a:cubicBezTo>
                  <a:cubicBezTo>
                    <a:pt x="0" y="3291"/>
                    <a:pt x="924" y="4252"/>
                    <a:pt x="2107" y="4252"/>
                  </a:cubicBezTo>
                  <a:cubicBezTo>
                    <a:pt x="3291" y="4252"/>
                    <a:pt x="4252" y="3291"/>
                    <a:pt x="4252" y="2108"/>
                  </a:cubicBezTo>
                  <a:cubicBezTo>
                    <a:pt x="4252" y="962"/>
                    <a:pt x="3291" y="1"/>
                    <a:pt x="21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37">
              <a:extLst>
                <a:ext uri="{FF2B5EF4-FFF2-40B4-BE49-F238E27FC236}">
                  <a16:creationId xmlns:a16="http://schemas.microsoft.com/office/drawing/2014/main" id="{5CC7F68D-2F35-7ACF-281B-6269DAB87BE7}"/>
                </a:ext>
              </a:extLst>
            </p:cNvPr>
            <p:cNvSpPr/>
            <p:nvPr/>
          </p:nvSpPr>
          <p:spPr>
            <a:xfrm>
              <a:off x="2679125" y="2748425"/>
              <a:ext cx="91550" cy="91525"/>
            </a:xfrm>
            <a:custGeom>
              <a:avLst/>
              <a:gdLst/>
              <a:ahLst/>
              <a:cxnLst/>
              <a:rect l="l" t="t" r="r" b="b"/>
              <a:pathLst>
                <a:path w="3662" h="3661" extrusionOk="0">
                  <a:moveTo>
                    <a:pt x="1813" y="0"/>
                  </a:moveTo>
                  <a:cubicBezTo>
                    <a:pt x="814" y="0"/>
                    <a:pt x="1" y="814"/>
                    <a:pt x="1" y="1849"/>
                  </a:cubicBezTo>
                  <a:cubicBezTo>
                    <a:pt x="1" y="2847"/>
                    <a:pt x="814" y="3661"/>
                    <a:pt x="1813" y="3661"/>
                  </a:cubicBezTo>
                  <a:cubicBezTo>
                    <a:pt x="2848" y="3661"/>
                    <a:pt x="3661" y="2847"/>
                    <a:pt x="3661" y="1849"/>
                  </a:cubicBezTo>
                  <a:cubicBezTo>
                    <a:pt x="3661" y="814"/>
                    <a:pt x="2848" y="0"/>
                    <a:pt x="18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37">
              <a:extLst>
                <a:ext uri="{FF2B5EF4-FFF2-40B4-BE49-F238E27FC236}">
                  <a16:creationId xmlns:a16="http://schemas.microsoft.com/office/drawing/2014/main" id="{7A172DAF-6F85-E60F-EEF1-6CEC4EE5F451}"/>
                </a:ext>
              </a:extLst>
            </p:cNvPr>
            <p:cNvSpPr/>
            <p:nvPr/>
          </p:nvSpPr>
          <p:spPr>
            <a:xfrm>
              <a:off x="2671750" y="2741025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08" y="629"/>
                  </a:moveTo>
                  <a:cubicBezTo>
                    <a:pt x="2958" y="629"/>
                    <a:pt x="3623" y="1295"/>
                    <a:pt x="3623" y="2145"/>
                  </a:cubicBezTo>
                  <a:cubicBezTo>
                    <a:pt x="3623" y="2958"/>
                    <a:pt x="2958" y="3661"/>
                    <a:pt x="2108" y="3661"/>
                  </a:cubicBezTo>
                  <a:cubicBezTo>
                    <a:pt x="1294" y="3661"/>
                    <a:pt x="592" y="2958"/>
                    <a:pt x="592" y="2145"/>
                  </a:cubicBezTo>
                  <a:cubicBezTo>
                    <a:pt x="592" y="1295"/>
                    <a:pt x="1294" y="629"/>
                    <a:pt x="2108" y="629"/>
                  </a:cubicBezTo>
                  <a:close/>
                  <a:moveTo>
                    <a:pt x="2108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08" y="4252"/>
                  </a:cubicBezTo>
                  <a:cubicBezTo>
                    <a:pt x="3291" y="4252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37">
              <a:extLst>
                <a:ext uri="{FF2B5EF4-FFF2-40B4-BE49-F238E27FC236}">
                  <a16:creationId xmlns:a16="http://schemas.microsoft.com/office/drawing/2014/main" id="{A1898BD9-F24A-FAB6-12EE-4CE164FE709A}"/>
                </a:ext>
              </a:extLst>
            </p:cNvPr>
            <p:cNvSpPr/>
            <p:nvPr/>
          </p:nvSpPr>
          <p:spPr>
            <a:xfrm>
              <a:off x="2998000" y="2989650"/>
              <a:ext cx="91525" cy="91525"/>
            </a:xfrm>
            <a:custGeom>
              <a:avLst/>
              <a:gdLst/>
              <a:ahLst/>
              <a:cxnLst/>
              <a:rect l="l" t="t" r="r" b="b"/>
              <a:pathLst>
                <a:path w="3661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1"/>
                    <a:pt x="814" y="3661"/>
                    <a:pt x="1812" y="3661"/>
                  </a:cubicBezTo>
                  <a:cubicBezTo>
                    <a:pt x="2848" y="3661"/>
                    <a:pt x="3661" y="2811"/>
                    <a:pt x="3661" y="1812"/>
                  </a:cubicBezTo>
                  <a:cubicBezTo>
                    <a:pt x="3661" y="814"/>
                    <a:pt x="2848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37">
              <a:extLst>
                <a:ext uri="{FF2B5EF4-FFF2-40B4-BE49-F238E27FC236}">
                  <a16:creationId xmlns:a16="http://schemas.microsoft.com/office/drawing/2014/main" id="{D9CC773F-88F3-20B4-FC32-5BC6B0155DE7}"/>
                </a:ext>
              </a:extLst>
            </p:cNvPr>
            <p:cNvSpPr/>
            <p:nvPr/>
          </p:nvSpPr>
          <p:spPr>
            <a:xfrm>
              <a:off x="2990625" y="2982275"/>
              <a:ext cx="106300" cy="106300"/>
            </a:xfrm>
            <a:custGeom>
              <a:avLst/>
              <a:gdLst/>
              <a:ahLst/>
              <a:cxnLst/>
              <a:rect l="l" t="t" r="r" b="b"/>
              <a:pathLst>
                <a:path w="4252" h="4252" extrusionOk="0">
                  <a:moveTo>
                    <a:pt x="2107" y="592"/>
                  </a:moveTo>
                  <a:cubicBezTo>
                    <a:pt x="2958" y="592"/>
                    <a:pt x="3623" y="1294"/>
                    <a:pt x="3623" y="2107"/>
                  </a:cubicBezTo>
                  <a:cubicBezTo>
                    <a:pt x="3623" y="2958"/>
                    <a:pt x="2958" y="3623"/>
                    <a:pt x="2107" y="3623"/>
                  </a:cubicBezTo>
                  <a:cubicBezTo>
                    <a:pt x="1294" y="3623"/>
                    <a:pt x="592" y="2958"/>
                    <a:pt x="592" y="2107"/>
                  </a:cubicBezTo>
                  <a:cubicBezTo>
                    <a:pt x="592" y="1294"/>
                    <a:pt x="1294" y="592"/>
                    <a:pt x="2107" y="592"/>
                  </a:cubicBezTo>
                  <a:close/>
                  <a:moveTo>
                    <a:pt x="2107" y="0"/>
                  </a:moveTo>
                  <a:cubicBezTo>
                    <a:pt x="961" y="0"/>
                    <a:pt x="0" y="924"/>
                    <a:pt x="0" y="2107"/>
                  </a:cubicBezTo>
                  <a:cubicBezTo>
                    <a:pt x="0" y="3290"/>
                    <a:pt x="961" y="4252"/>
                    <a:pt x="2107" y="4252"/>
                  </a:cubicBezTo>
                  <a:cubicBezTo>
                    <a:pt x="3290" y="4252"/>
                    <a:pt x="4252" y="3290"/>
                    <a:pt x="4252" y="2107"/>
                  </a:cubicBezTo>
                  <a:cubicBezTo>
                    <a:pt x="4252" y="924"/>
                    <a:pt x="3290" y="0"/>
                    <a:pt x="2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37">
              <a:extLst>
                <a:ext uri="{FF2B5EF4-FFF2-40B4-BE49-F238E27FC236}">
                  <a16:creationId xmlns:a16="http://schemas.microsoft.com/office/drawing/2014/main" id="{2788659A-25F1-8AD9-BB58-B5D6DBEE477D}"/>
                </a:ext>
              </a:extLst>
            </p:cNvPr>
            <p:cNvSpPr/>
            <p:nvPr/>
          </p:nvSpPr>
          <p:spPr>
            <a:xfrm>
              <a:off x="3336300" y="2625500"/>
              <a:ext cx="91525" cy="90600"/>
            </a:xfrm>
            <a:custGeom>
              <a:avLst/>
              <a:gdLst/>
              <a:ahLst/>
              <a:cxnLst/>
              <a:rect l="l" t="t" r="r" b="b"/>
              <a:pathLst>
                <a:path w="3661" h="3624" extrusionOk="0">
                  <a:moveTo>
                    <a:pt x="1849" y="0"/>
                  </a:moveTo>
                  <a:cubicBezTo>
                    <a:pt x="813" y="0"/>
                    <a:pt x="0" y="814"/>
                    <a:pt x="0" y="1812"/>
                  </a:cubicBezTo>
                  <a:cubicBezTo>
                    <a:pt x="0" y="2810"/>
                    <a:pt x="813" y="3623"/>
                    <a:pt x="1849" y="3623"/>
                  </a:cubicBezTo>
                  <a:cubicBezTo>
                    <a:pt x="2847" y="3623"/>
                    <a:pt x="3660" y="2810"/>
                    <a:pt x="3660" y="1812"/>
                  </a:cubicBezTo>
                  <a:cubicBezTo>
                    <a:pt x="3660" y="814"/>
                    <a:pt x="2847" y="0"/>
                    <a:pt x="1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37">
              <a:extLst>
                <a:ext uri="{FF2B5EF4-FFF2-40B4-BE49-F238E27FC236}">
                  <a16:creationId xmlns:a16="http://schemas.microsoft.com/office/drawing/2014/main" id="{6886E850-1121-9960-4BBC-CCE45C7FF309}"/>
                </a:ext>
              </a:extLst>
            </p:cNvPr>
            <p:cNvSpPr/>
            <p:nvPr/>
          </p:nvSpPr>
          <p:spPr>
            <a:xfrm>
              <a:off x="3328900" y="2617175"/>
              <a:ext cx="106300" cy="107250"/>
            </a:xfrm>
            <a:custGeom>
              <a:avLst/>
              <a:gdLst/>
              <a:ahLst/>
              <a:cxnLst/>
              <a:rect l="l" t="t" r="r" b="b"/>
              <a:pathLst>
                <a:path w="4252" h="4290" extrusionOk="0">
                  <a:moveTo>
                    <a:pt x="2145" y="629"/>
                  </a:moveTo>
                  <a:cubicBezTo>
                    <a:pt x="2958" y="629"/>
                    <a:pt x="3660" y="1295"/>
                    <a:pt x="3660" y="2145"/>
                  </a:cubicBezTo>
                  <a:cubicBezTo>
                    <a:pt x="3660" y="2995"/>
                    <a:pt x="2958" y="3661"/>
                    <a:pt x="2145" y="3661"/>
                  </a:cubicBezTo>
                  <a:cubicBezTo>
                    <a:pt x="1294" y="3661"/>
                    <a:pt x="629" y="2995"/>
                    <a:pt x="629" y="2145"/>
                  </a:cubicBezTo>
                  <a:cubicBezTo>
                    <a:pt x="629" y="1295"/>
                    <a:pt x="1294" y="629"/>
                    <a:pt x="2145" y="629"/>
                  </a:cubicBezTo>
                  <a:close/>
                  <a:moveTo>
                    <a:pt x="2145" y="1"/>
                  </a:moveTo>
                  <a:cubicBezTo>
                    <a:pt x="962" y="1"/>
                    <a:pt x="0" y="962"/>
                    <a:pt x="0" y="2145"/>
                  </a:cubicBezTo>
                  <a:cubicBezTo>
                    <a:pt x="0" y="3328"/>
                    <a:pt x="962" y="4289"/>
                    <a:pt x="2145" y="4289"/>
                  </a:cubicBezTo>
                  <a:cubicBezTo>
                    <a:pt x="3291" y="4289"/>
                    <a:pt x="4252" y="3328"/>
                    <a:pt x="4252" y="2145"/>
                  </a:cubicBezTo>
                  <a:cubicBezTo>
                    <a:pt x="4252" y="962"/>
                    <a:pt x="3291" y="1"/>
                    <a:pt x="2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37">
              <a:extLst>
                <a:ext uri="{FF2B5EF4-FFF2-40B4-BE49-F238E27FC236}">
                  <a16:creationId xmlns:a16="http://schemas.microsoft.com/office/drawing/2014/main" id="{DAD8F5EE-7FBA-E5AC-8186-D5850150AA85}"/>
                </a:ext>
              </a:extLst>
            </p:cNvPr>
            <p:cNvSpPr/>
            <p:nvPr/>
          </p:nvSpPr>
          <p:spPr>
            <a:xfrm>
              <a:off x="1865775" y="3060825"/>
              <a:ext cx="90600" cy="91525"/>
            </a:xfrm>
            <a:custGeom>
              <a:avLst/>
              <a:gdLst/>
              <a:ahLst/>
              <a:cxnLst/>
              <a:rect l="l" t="t" r="r" b="b"/>
              <a:pathLst>
                <a:path w="3624" h="3661" extrusionOk="0">
                  <a:moveTo>
                    <a:pt x="1812" y="1"/>
                  </a:moveTo>
                  <a:cubicBezTo>
                    <a:pt x="814" y="1"/>
                    <a:pt x="1" y="814"/>
                    <a:pt x="1" y="1849"/>
                  </a:cubicBezTo>
                  <a:cubicBezTo>
                    <a:pt x="1" y="2847"/>
                    <a:pt x="814" y="3661"/>
                    <a:pt x="1812" y="3661"/>
                  </a:cubicBezTo>
                  <a:cubicBezTo>
                    <a:pt x="2811" y="3661"/>
                    <a:pt x="3624" y="2847"/>
                    <a:pt x="3624" y="1849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37">
              <a:extLst>
                <a:ext uri="{FF2B5EF4-FFF2-40B4-BE49-F238E27FC236}">
                  <a16:creationId xmlns:a16="http://schemas.microsoft.com/office/drawing/2014/main" id="{56DAE27D-B211-2CC8-E4B2-18CF2C26CFCE}"/>
                </a:ext>
              </a:extLst>
            </p:cNvPr>
            <p:cNvSpPr/>
            <p:nvPr/>
          </p:nvSpPr>
          <p:spPr>
            <a:xfrm>
              <a:off x="1857475" y="3053425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8"/>
                    <a:pt x="2995" y="3661"/>
                    <a:pt x="2144" y="3661"/>
                  </a:cubicBezTo>
                  <a:cubicBezTo>
                    <a:pt x="1294" y="3661"/>
                    <a:pt x="629" y="2958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2"/>
                    <a:pt x="2144" y="4252"/>
                  </a:cubicBezTo>
                  <a:cubicBezTo>
                    <a:pt x="3327" y="4252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37">
              <a:extLst>
                <a:ext uri="{FF2B5EF4-FFF2-40B4-BE49-F238E27FC236}">
                  <a16:creationId xmlns:a16="http://schemas.microsoft.com/office/drawing/2014/main" id="{B388A207-1F88-78BF-E73A-C2A69D46EC03}"/>
                </a:ext>
              </a:extLst>
            </p:cNvPr>
            <p:cNvSpPr/>
            <p:nvPr/>
          </p:nvSpPr>
          <p:spPr>
            <a:xfrm>
              <a:off x="2464700" y="2931425"/>
              <a:ext cx="90600" cy="90600"/>
            </a:xfrm>
            <a:custGeom>
              <a:avLst/>
              <a:gdLst/>
              <a:ahLst/>
              <a:cxnLst/>
              <a:rect l="l" t="t" r="r" b="b"/>
              <a:pathLst>
                <a:path w="3624" h="3624" extrusionOk="0">
                  <a:moveTo>
                    <a:pt x="1812" y="1"/>
                  </a:moveTo>
                  <a:cubicBezTo>
                    <a:pt x="814" y="1"/>
                    <a:pt x="1" y="814"/>
                    <a:pt x="1" y="1812"/>
                  </a:cubicBezTo>
                  <a:cubicBezTo>
                    <a:pt x="1" y="2810"/>
                    <a:pt x="814" y="3624"/>
                    <a:pt x="1812" y="3624"/>
                  </a:cubicBezTo>
                  <a:cubicBezTo>
                    <a:pt x="2811" y="3624"/>
                    <a:pt x="3624" y="2810"/>
                    <a:pt x="3624" y="1812"/>
                  </a:cubicBezTo>
                  <a:cubicBezTo>
                    <a:pt x="3624" y="814"/>
                    <a:pt x="2811" y="1"/>
                    <a:pt x="18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37">
              <a:extLst>
                <a:ext uri="{FF2B5EF4-FFF2-40B4-BE49-F238E27FC236}">
                  <a16:creationId xmlns:a16="http://schemas.microsoft.com/office/drawing/2014/main" id="{455CF975-330E-99A4-EA62-12976578FD0C}"/>
                </a:ext>
              </a:extLst>
            </p:cNvPr>
            <p:cNvSpPr/>
            <p:nvPr/>
          </p:nvSpPr>
          <p:spPr>
            <a:xfrm>
              <a:off x="2456400" y="2923100"/>
              <a:ext cx="107225" cy="106325"/>
            </a:xfrm>
            <a:custGeom>
              <a:avLst/>
              <a:gdLst/>
              <a:ahLst/>
              <a:cxnLst/>
              <a:rect l="l" t="t" r="r" b="b"/>
              <a:pathLst>
                <a:path w="4289" h="4253" extrusionOk="0">
                  <a:moveTo>
                    <a:pt x="2144" y="629"/>
                  </a:moveTo>
                  <a:cubicBezTo>
                    <a:pt x="2995" y="629"/>
                    <a:pt x="3660" y="1295"/>
                    <a:pt x="3660" y="2145"/>
                  </a:cubicBezTo>
                  <a:cubicBezTo>
                    <a:pt x="3660" y="2959"/>
                    <a:pt x="2995" y="3661"/>
                    <a:pt x="2144" y="3661"/>
                  </a:cubicBezTo>
                  <a:cubicBezTo>
                    <a:pt x="1294" y="3661"/>
                    <a:pt x="629" y="2959"/>
                    <a:pt x="629" y="2145"/>
                  </a:cubicBezTo>
                  <a:cubicBezTo>
                    <a:pt x="629" y="1295"/>
                    <a:pt x="1294" y="629"/>
                    <a:pt x="2144" y="629"/>
                  </a:cubicBezTo>
                  <a:close/>
                  <a:moveTo>
                    <a:pt x="2144" y="1"/>
                  </a:moveTo>
                  <a:cubicBezTo>
                    <a:pt x="961" y="1"/>
                    <a:pt x="0" y="962"/>
                    <a:pt x="0" y="2145"/>
                  </a:cubicBezTo>
                  <a:cubicBezTo>
                    <a:pt x="0" y="3328"/>
                    <a:pt x="961" y="4253"/>
                    <a:pt x="2144" y="4253"/>
                  </a:cubicBezTo>
                  <a:cubicBezTo>
                    <a:pt x="3327" y="4253"/>
                    <a:pt x="4289" y="3328"/>
                    <a:pt x="4289" y="2145"/>
                  </a:cubicBezTo>
                  <a:cubicBezTo>
                    <a:pt x="4289" y="962"/>
                    <a:pt x="3327" y="1"/>
                    <a:pt x="2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37">
              <a:extLst>
                <a:ext uri="{FF2B5EF4-FFF2-40B4-BE49-F238E27FC236}">
                  <a16:creationId xmlns:a16="http://schemas.microsoft.com/office/drawing/2014/main" id="{06CA7ACF-763C-DB47-6EED-D1A4812F279B}"/>
                </a:ext>
              </a:extLst>
            </p:cNvPr>
            <p:cNvSpPr/>
            <p:nvPr/>
          </p:nvSpPr>
          <p:spPr>
            <a:xfrm>
              <a:off x="3707850" y="1843575"/>
              <a:ext cx="52700" cy="1651675"/>
            </a:xfrm>
            <a:custGeom>
              <a:avLst/>
              <a:gdLst/>
              <a:ahLst/>
              <a:cxnLst/>
              <a:rect l="l" t="t" r="r" b="b"/>
              <a:pathLst>
                <a:path w="2108" h="66067" extrusionOk="0">
                  <a:moveTo>
                    <a:pt x="1035" y="0"/>
                  </a:moveTo>
                  <a:cubicBezTo>
                    <a:pt x="481" y="0"/>
                    <a:pt x="0" y="481"/>
                    <a:pt x="0" y="1072"/>
                  </a:cubicBezTo>
                  <a:lnTo>
                    <a:pt x="0" y="65032"/>
                  </a:lnTo>
                  <a:cubicBezTo>
                    <a:pt x="0" y="65586"/>
                    <a:pt x="481" y="66067"/>
                    <a:pt x="1035" y="66067"/>
                  </a:cubicBezTo>
                  <a:cubicBezTo>
                    <a:pt x="1627" y="66067"/>
                    <a:pt x="2108" y="65586"/>
                    <a:pt x="2108" y="65032"/>
                  </a:cubicBezTo>
                  <a:lnTo>
                    <a:pt x="2108" y="1072"/>
                  </a:lnTo>
                  <a:cubicBezTo>
                    <a:pt x="2108" y="481"/>
                    <a:pt x="1627" y="0"/>
                    <a:pt x="10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37">
              <a:extLst>
                <a:ext uri="{FF2B5EF4-FFF2-40B4-BE49-F238E27FC236}">
                  <a16:creationId xmlns:a16="http://schemas.microsoft.com/office/drawing/2014/main" id="{D0D2C707-D28C-112A-0CCF-B629CDB5C11C}"/>
                </a:ext>
              </a:extLst>
            </p:cNvPr>
            <p:cNvSpPr/>
            <p:nvPr/>
          </p:nvSpPr>
          <p:spPr>
            <a:xfrm>
              <a:off x="3700450" y="1836175"/>
              <a:ext cx="67500" cy="1666475"/>
            </a:xfrm>
            <a:custGeom>
              <a:avLst/>
              <a:gdLst/>
              <a:ahLst/>
              <a:cxnLst/>
              <a:rect l="l" t="t" r="r" b="b"/>
              <a:pathLst>
                <a:path w="2700" h="66659" extrusionOk="0">
                  <a:moveTo>
                    <a:pt x="1331" y="629"/>
                  </a:moveTo>
                  <a:cubicBezTo>
                    <a:pt x="1738" y="629"/>
                    <a:pt x="2071" y="962"/>
                    <a:pt x="2071" y="1368"/>
                  </a:cubicBezTo>
                  <a:lnTo>
                    <a:pt x="2071" y="65328"/>
                  </a:lnTo>
                  <a:cubicBezTo>
                    <a:pt x="2071" y="65734"/>
                    <a:pt x="1738" y="66067"/>
                    <a:pt x="1331" y="66067"/>
                  </a:cubicBezTo>
                  <a:cubicBezTo>
                    <a:pt x="925" y="66067"/>
                    <a:pt x="592" y="65734"/>
                    <a:pt x="592" y="65328"/>
                  </a:cubicBezTo>
                  <a:lnTo>
                    <a:pt x="592" y="1368"/>
                  </a:lnTo>
                  <a:cubicBezTo>
                    <a:pt x="592" y="962"/>
                    <a:pt x="925" y="629"/>
                    <a:pt x="1331" y="629"/>
                  </a:cubicBezTo>
                  <a:close/>
                  <a:moveTo>
                    <a:pt x="1331" y="0"/>
                  </a:moveTo>
                  <a:cubicBezTo>
                    <a:pt x="592" y="0"/>
                    <a:pt x="0" y="592"/>
                    <a:pt x="0" y="1368"/>
                  </a:cubicBezTo>
                  <a:lnTo>
                    <a:pt x="0" y="65328"/>
                  </a:lnTo>
                  <a:cubicBezTo>
                    <a:pt x="0" y="66067"/>
                    <a:pt x="592" y="66659"/>
                    <a:pt x="1331" y="66659"/>
                  </a:cubicBezTo>
                  <a:cubicBezTo>
                    <a:pt x="2108" y="66659"/>
                    <a:pt x="2699" y="66067"/>
                    <a:pt x="2699" y="65328"/>
                  </a:cubicBezTo>
                  <a:lnTo>
                    <a:pt x="2699" y="1368"/>
                  </a:lnTo>
                  <a:cubicBezTo>
                    <a:pt x="2699" y="592"/>
                    <a:pt x="2108" y="0"/>
                    <a:pt x="13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37">
              <a:extLst>
                <a:ext uri="{FF2B5EF4-FFF2-40B4-BE49-F238E27FC236}">
                  <a16:creationId xmlns:a16="http://schemas.microsoft.com/office/drawing/2014/main" id="{EFD22E44-7B31-F7B3-627D-42F05FAC5B48}"/>
                </a:ext>
              </a:extLst>
            </p:cNvPr>
            <p:cNvSpPr/>
            <p:nvPr/>
          </p:nvSpPr>
          <p:spPr>
            <a:xfrm>
              <a:off x="4015625" y="2157825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37">
              <a:extLst>
                <a:ext uri="{FF2B5EF4-FFF2-40B4-BE49-F238E27FC236}">
                  <a16:creationId xmlns:a16="http://schemas.microsoft.com/office/drawing/2014/main" id="{6F73D7A8-ED53-EF1A-D599-88A5F21BC863}"/>
                </a:ext>
              </a:extLst>
            </p:cNvPr>
            <p:cNvSpPr/>
            <p:nvPr/>
          </p:nvSpPr>
          <p:spPr>
            <a:xfrm>
              <a:off x="3805825" y="2157825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37">
              <a:extLst>
                <a:ext uri="{FF2B5EF4-FFF2-40B4-BE49-F238E27FC236}">
                  <a16:creationId xmlns:a16="http://schemas.microsoft.com/office/drawing/2014/main" id="{BA9CCDC2-60EA-806F-D703-45A22A24018D}"/>
                </a:ext>
              </a:extLst>
            </p:cNvPr>
            <p:cNvSpPr/>
            <p:nvPr/>
          </p:nvSpPr>
          <p:spPr>
            <a:xfrm>
              <a:off x="4256850" y="2234525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37">
              <a:extLst>
                <a:ext uri="{FF2B5EF4-FFF2-40B4-BE49-F238E27FC236}">
                  <a16:creationId xmlns:a16="http://schemas.microsoft.com/office/drawing/2014/main" id="{2C82F72D-0A9B-FAC3-86FE-5F731FECDBC1}"/>
                </a:ext>
              </a:extLst>
            </p:cNvPr>
            <p:cNvSpPr/>
            <p:nvPr/>
          </p:nvSpPr>
          <p:spPr>
            <a:xfrm>
              <a:off x="4112675" y="2234525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37">
              <a:extLst>
                <a:ext uri="{FF2B5EF4-FFF2-40B4-BE49-F238E27FC236}">
                  <a16:creationId xmlns:a16="http://schemas.microsoft.com/office/drawing/2014/main" id="{3E600379-5A11-EBAE-4E24-F1D2B0340051}"/>
                </a:ext>
              </a:extLst>
            </p:cNvPr>
            <p:cNvSpPr/>
            <p:nvPr/>
          </p:nvSpPr>
          <p:spPr>
            <a:xfrm>
              <a:off x="3805825" y="2234525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37">
              <a:extLst>
                <a:ext uri="{FF2B5EF4-FFF2-40B4-BE49-F238E27FC236}">
                  <a16:creationId xmlns:a16="http://schemas.microsoft.com/office/drawing/2014/main" id="{3C64EF6F-280C-E003-7308-7FA417351FEB}"/>
                </a:ext>
              </a:extLst>
            </p:cNvPr>
            <p:cNvSpPr/>
            <p:nvPr/>
          </p:nvSpPr>
          <p:spPr>
            <a:xfrm>
              <a:off x="4047975" y="2312175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37">
              <a:extLst>
                <a:ext uri="{FF2B5EF4-FFF2-40B4-BE49-F238E27FC236}">
                  <a16:creationId xmlns:a16="http://schemas.microsoft.com/office/drawing/2014/main" id="{45EF4A70-95A2-872D-0225-E25FC3726226}"/>
                </a:ext>
              </a:extLst>
            </p:cNvPr>
            <p:cNvSpPr/>
            <p:nvPr/>
          </p:nvSpPr>
          <p:spPr>
            <a:xfrm>
              <a:off x="3805825" y="2312175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7">
              <a:extLst>
                <a:ext uri="{FF2B5EF4-FFF2-40B4-BE49-F238E27FC236}">
                  <a16:creationId xmlns:a16="http://schemas.microsoft.com/office/drawing/2014/main" id="{1B2192E4-A088-4F22-16F6-3F1AD804E233}"/>
                </a:ext>
              </a:extLst>
            </p:cNvPr>
            <p:cNvSpPr/>
            <p:nvPr/>
          </p:nvSpPr>
          <p:spPr>
            <a:xfrm>
              <a:off x="4196775" y="2389800"/>
              <a:ext cx="126650" cy="14825"/>
            </a:xfrm>
            <a:custGeom>
              <a:avLst/>
              <a:gdLst/>
              <a:ahLst/>
              <a:cxnLst/>
              <a:rect l="l" t="t" r="r" b="b"/>
              <a:pathLst>
                <a:path w="5066" h="593" extrusionOk="0">
                  <a:moveTo>
                    <a:pt x="296" y="1"/>
                  </a:moveTo>
                  <a:cubicBezTo>
                    <a:pt x="149" y="1"/>
                    <a:pt x="1" y="112"/>
                    <a:pt x="1" y="297"/>
                  </a:cubicBezTo>
                  <a:cubicBezTo>
                    <a:pt x="1" y="444"/>
                    <a:pt x="149" y="592"/>
                    <a:pt x="296" y="592"/>
                  </a:cubicBezTo>
                  <a:lnTo>
                    <a:pt x="4770" y="592"/>
                  </a:lnTo>
                  <a:cubicBezTo>
                    <a:pt x="4955" y="592"/>
                    <a:pt x="5066" y="444"/>
                    <a:pt x="5066" y="297"/>
                  </a:cubicBezTo>
                  <a:cubicBezTo>
                    <a:pt x="5066" y="112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7">
              <a:extLst>
                <a:ext uri="{FF2B5EF4-FFF2-40B4-BE49-F238E27FC236}">
                  <a16:creationId xmlns:a16="http://schemas.microsoft.com/office/drawing/2014/main" id="{FDD0A155-E2D3-D14C-1366-D9F2BD43260A}"/>
                </a:ext>
              </a:extLst>
            </p:cNvPr>
            <p:cNvSpPr/>
            <p:nvPr/>
          </p:nvSpPr>
          <p:spPr>
            <a:xfrm>
              <a:off x="3917650" y="2389800"/>
              <a:ext cx="247725" cy="14825"/>
            </a:xfrm>
            <a:custGeom>
              <a:avLst/>
              <a:gdLst/>
              <a:ahLst/>
              <a:cxnLst/>
              <a:rect l="l" t="t" r="r" b="b"/>
              <a:pathLst>
                <a:path w="9909" h="593" extrusionOk="0">
                  <a:moveTo>
                    <a:pt x="296" y="1"/>
                  </a:moveTo>
                  <a:cubicBezTo>
                    <a:pt x="148" y="1"/>
                    <a:pt x="1" y="112"/>
                    <a:pt x="1" y="297"/>
                  </a:cubicBezTo>
                  <a:cubicBezTo>
                    <a:pt x="1" y="444"/>
                    <a:pt x="148" y="592"/>
                    <a:pt x="296" y="592"/>
                  </a:cubicBezTo>
                  <a:lnTo>
                    <a:pt x="9613" y="592"/>
                  </a:lnTo>
                  <a:cubicBezTo>
                    <a:pt x="9798" y="592"/>
                    <a:pt x="9909" y="444"/>
                    <a:pt x="9909" y="297"/>
                  </a:cubicBezTo>
                  <a:cubicBezTo>
                    <a:pt x="9909" y="112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7">
              <a:extLst>
                <a:ext uri="{FF2B5EF4-FFF2-40B4-BE49-F238E27FC236}">
                  <a16:creationId xmlns:a16="http://schemas.microsoft.com/office/drawing/2014/main" id="{C3BDC264-84F9-D794-2966-8CB7C694358C}"/>
                </a:ext>
              </a:extLst>
            </p:cNvPr>
            <p:cNvSpPr/>
            <p:nvPr/>
          </p:nvSpPr>
          <p:spPr>
            <a:xfrm>
              <a:off x="3805825" y="2389800"/>
              <a:ext cx="75800" cy="14825"/>
            </a:xfrm>
            <a:custGeom>
              <a:avLst/>
              <a:gdLst/>
              <a:ahLst/>
              <a:cxnLst/>
              <a:rect l="l" t="t" r="r" b="b"/>
              <a:pathLst>
                <a:path w="3032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7"/>
                  </a:cubicBezTo>
                  <a:cubicBezTo>
                    <a:pt x="0" y="444"/>
                    <a:pt x="148" y="592"/>
                    <a:pt x="333" y="592"/>
                  </a:cubicBezTo>
                  <a:lnTo>
                    <a:pt x="2736" y="592"/>
                  </a:lnTo>
                  <a:cubicBezTo>
                    <a:pt x="2921" y="592"/>
                    <a:pt x="3032" y="444"/>
                    <a:pt x="3032" y="297"/>
                  </a:cubicBezTo>
                  <a:cubicBezTo>
                    <a:pt x="3032" y="112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7">
              <a:extLst>
                <a:ext uri="{FF2B5EF4-FFF2-40B4-BE49-F238E27FC236}">
                  <a16:creationId xmlns:a16="http://schemas.microsoft.com/office/drawing/2014/main" id="{F3592F95-080B-8089-B4F2-E9212B3DA38A}"/>
                </a:ext>
              </a:extLst>
            </p:cNvPr>
            <p:cNvSpPr/>
            <p:nvPr/>
          </p:nvSpPr>
          <p:spPr>
            <a:xfrm>
              <a:off x="4015625" y="2457275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7">
              <a:extLst>
                <a:ext uri="{FF2B5EF4-FFF2-40B4-BE49-F238E27FC236}">
                  <a16:creationId xmlns:a16="http://schemas.microsoft.com/office/drawing/2014/main" id="{F2469B53-E228-7805-0048-CC1ADC2A2A0D}"/>
                </a:ext>
              </a:extLst>
            </p:cNvPr>
            <p:cNvSpPr/>
            <p:nvPr/>
          </p:nvSpPr>
          <p:spPr>
            <a:xfrm>
              <a:off x="3805825" y="2457275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7">
              <a:extLst>
                <a:ext uri="{FF2B5EF4-FFF2-40B4-BE49-F238E27FC236}">
                  <a16:creationId xmlns:a16="http://schemas.microsoft.com/office/drawing/2014/main" id="{933FB4AD-BE64-FFC6-EF0E-7D6A2EA05C6E}"/>
                </a:ext>
              </a:extLst>
            </p:cNvPr>
            <p:cNvSpPr/>
            <p:nvPr/>
          </p:nvSpPr>
          <p:spPr>
            <a:xfrm>
              <a:off x="4256850" y="2534000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7">
              <a:extLst>
                <a:ext uri="{FF2B5EF4-FFF2-40B4-BE49-F238E27FC236}">
                  <a16:creationId xmlns:a16="http://schemas.microsoft.com/office/drawing/2014/main" id="{AF773C62-3826-E870-B876-0F7DA2E3F27D}"/>
                </a:ext>
              </a:extLst>
            </p:cNvPr>
            <p:cNvSpPr/>
            <p:nvPr/>
          </p:nvSpPr>
          <p:spPr>
            <a:xfrm>
              <a:off x="4112675" y="2534000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7">
              <a:extLst>
                <a:ext uri="{FF2B5EF4-FFF2-40B4-BE49-F238E27FC236}">
                  <a16:creationId xmlns:a16="http://schemas.microsoft.com/office/drawing/2014/main" id="{D44AA4AC-08C1-A866-F604-A79C7B43B035}"/>
                </a:ext>
              </a:extLst>
            </p:cNvPr>
            <p:cNvSpPr/>
            <p:nvPr/>
          </p:nvSpPr>
          <p:spPr>
            <a:xfrm>
              <a:off x="3805825" y="2534000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7">
              <a:extLst>
                <a:ext uri="{FF2B5EF4-FFF2-40B4-BE49-F238E27FC236}">
                  <a16:creationId xmlns:a16="http://schemas.microsoft.com/office/drawing/2014/main" id="{A75F3F43-044B-B2F7-E228-8B74CB526C19}"/>
                </a:ext>
              </a:extLst>
            </p:cNvPr>
            <p:cNvSpPr/>
            <p:nvPr/>
          </p:nvSpPr>
          <p:spPr>
            <a:xfrm>
              <a:off x="4047975" y="2611625"/>
              <a:ext cx="275450" cy="15750"/>
            </a:xfrm>
            <a:custGeom>
              <a:avLst/>
              <a:gdLst/>
              <a:ahLst/>
              <a:cxnLst/>
              <a:rect l="l" t="t" r="r" b="b"/>
              <a:pathLst>
                <a:path w="11018" h="630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7">
              <a:extLst>
                <a:ext uri="{FF2B5EF4-FFF2-40B4-BE49-F238E27FC236}">
                  <a16:creationId xmlns:a16="http://schemas.microsoft.com/office/drawing/2014/main" id="{C8613D8E-ED42-BFF1-E625-7C6283DBA880}"/>
                </a:ext>
              </a:extLst>
            </p:cNvPr>
            <p:cNvSpPr/>
            <p:nvPr/>
          </p:nvSpPr>
          <p:spPr>
            <a:xfrm>
              <a:off x="3805825" y="2611625"/>
              <a:ext cx="201500" cy="15750"/>
            </a:xfrm>
            <a:custGeom>
              <a:avLst/>
              <a:gdLst/>
              <a:ahLst/>
              <a:cxnLst/>
              <a:rect l="l" t="t" r="r" b="b"/>
              <a:pathLst>
                <a:path w="8060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7">
              <a:extLst>
                <a:ext uri="{FF2B5EF4-FFF2-40B4-BE49-F238E27FC236}">
                  <a16:creationId xmlns:a16="http://schemas.microsoft.com/office/drawing/2014/main" id="{2F60C376-A0FF-1912-E77C-4A465F35556F}"/>
                </a:ext>
              </a:extLst>
            </p:cNvPr>
            <p:cNvSpPr/>
            <p:nvPr/>
          </p:nvSpPr>
          <p:spPr>
            <a:xfrm>
              <a:off x="4196775" y="2688350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7">
              <a:extLst>
                <a:ext uri="{FF2B5EF4-FFF2-40B4-BE49-F238E27FC236}">
                  <a16:creationId xmlns:a16="http://schemas.microsoft.com/office/drawing/2014/main" id="{36DBB535-EB2B-B8D6-CD47-4DF0BD4FF2F7}"/>
                </a:ext>
              </a:extLst>
            </p:cNvPr>
            <p:cNvSpPr/>
            <p:nvPr/>
          </p:nvSpPr>
          <p:spPr>
            <a:xfrm>
              <a:off x="3917650" y="2688350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7">
              <a:extLst>
                <a:ext uri="{FF2B5EF4-FFF2-40B4-BE49-F238E27FC236}">
                  <a16:creationId xmlns:a16="http://schemas.microsoft.com/office/drawing/2014/main" id="{4AD84C89-5EAB-9A3A-5766-BBCEDA4B52CB}"/>
                </a:ext>
              </a:extLst>
            </p:cNvPr>
            <p:cNvSpPr/>
            <p:nvPr/>
          </p:nvSpPr>
          <p:spPr>
            <a:xfrm>
              <a:off x="3805825" y="2688350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7">
              <a:extLst>
                <a:ext uri="{FF2B5EF4-FFF2-40B4-BE49-F238E27FC236}">
                  <a16:creationId xmlns:a16="http://schemas.microsoft.com/office/drawing/2014/main" id="{73CD1781-E597-9427-9161-F27F56B90993}"/>
                </a:ext>
              </a:extLst>
            </p:cNvPr>
            <p:cNvSpPr/>
            <p:nvPr/>
          </p:nvSpPr>
          <p:spPr>
            <a:xfrm>
              <a:off x="4015625" y="2756750"/>
              <a:ext cx="307800" cy="14800"/>
            </a:xfrm>
            <a:custGeom>
              <a:avLst/>
              <a:gdLst/>
              <a:ahLst/>
              <a:cxnLst/>
              <a:rect l="l" t="t" r="r" b="b"/>
              <a:pathLst>
                <a:path w="12312" h="592" extrusionOk="0">
                  <a:moveTo>
                    <a:pt x="296" y="0"/>
                  </a:moveTo>
                  <a:cubicBezTo>
                    <a:pt x="111" y="0"/>
                    <a:pt x="0" y="111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1"/>
                    <a:pt x="12201" y="0"/>
                    <a:pt x="1201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7">
              <a:extLst>
                <a:ext uri="{FF2B5EF4-FFF2-40B4-BE49-F238E27FC236}">
                  <a16:creationId xmlns:a16="http://schemas.microsoft.com/office/drawing/2014/main" id="{364B15F2-6AA8-4043-3374-8CD4CEDAAAFD}"/>
                </a:ext>
              </a:extLst>
            </p:cNvPr>
            <p:cNvSpPr/>
            <p:nvPr/>
          </p:nvSpPr>
          <p:spPr>
            <a:xfrm>
              <a:off x="3805825" y="2756750"/>
              <a:ext cx="118325" cy="14800"/>
            </a:xfrm>
            <a:custGeom>
              <a:avLst/>
              <a:gdLst/>
              <a:ahLst/>
              <a:cxnLst/>
              <a:rect l="l" t="t" r="r" b="b"/>
              <a:pathLst>
                <a:path w="4733" h="592" extrusionOk="0">
                  <a:moveTo>
                    <a:pt x="333" y="0"/>
                  </a:moveTo>
                  <a:cubicBezTo>
                    <a:pt x="148" y="0"/>
                    <a:pt x="0" y="111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1"/>
                    <a:pt x="4584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7">
              <a:extLst>
                <a:ext uri="{FF2B5EF4-FFF2-40B4-BE49-F238E27FC236}">
                  <a16:creationId xmlns:a16="http://schemas.microsoft.com/office/drawing/2014/main" id="{4CF55AA7-C38C-C124-F16A-17E6E70955DA}"/>
                </a:ext>
              </a:extLst>
            </p:cNvPr>
            <p:cNvSpPr/>
            <p:nvPr/>
          </p:nvSpPr>
          <p:spPr>
            <a:xfrm>
              <a:off x="4256850" y="2833450"/>
              <a:ext cx="66575" cy="15750"/>
            </a:xfrm>
            <a:custGeom>
              <a:avLst/>
              <a:gdLst/>
              <a:ahLst/>
              <a:cxnLst/>
              <a:rect l="l" t="t" r="r" b="b"/>
              <a:pathLst>
                <a:path w="2663" h="630" extrusionOk="0">
                  <a:moveTo>
                    <a:pt x="334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4"/>
                  </a:cubicBezTo>
                  <a:cubicBezTo>
                    <a:pt x="2663" y="149"/>
                    <a:pt x="2552" y="1"/>
                    <a:pt x="236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7">
              <a:extLst>
                <a:ext uri="{FF2B5EF4-FFF2-40B4-BE49-F238E27FC236}">
                  <a16:creationId xmlns:a16="http://schemas.microsoft.com/office/drawing/2014/main" id="{FAE004C0-D39C-7F28-5A1B-DC412ACA486F}"/>
                </a:ext>
              </a:extLst>
            </p:cNvPr>
            <p:cNvSpPr/>
            <p:nvPr/>
          </p:nvSpPr>
          <p:spPr>
            <a:xfrm>
              <a:off x="4112675" y="2833450"/>
              <a:ext cx="118325" cy="15750"/>
            </a:xfrm>
            <a:custGeom>
              <a:avLst/>
              <a:gdLst/>
              <a:ahLst/>
              <a:cxnLst/>
              <a:rect l="l" t="t" r="r" b="b"/>
              <a:pathLst>
                <a:path w="4733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4"/>
                  </a:cubicBezTo>
                  <a:cubicBezTo>
                    <a:pt x="4733" y="149"/>
                    <a:pt x="4585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7">
              <a:extLst>
                <a:ext uri="{FF2B5EF4-FFF2-40B4-BE49-F238E27FC236}">
                  <a16:creationId xmlns:a16="http://schemas.microsoft.com/office/drawing/2014/main" id="{823BE211-3241-8582-F8A7-15739F0640C6}"/>
                </a:ext>
              </a:extLst>
            </p:cNvPr>
            <p:cNvSpPr/>
            <p:nvPr/>
          </p:nvSpPr>
          <p:spPr>
            <a:xfrm>
              <a:off x="3805825" y="2833450"/>
              <a:ext cx="253275" cy="15750"/>
            </a:xfrm>
            <a:custGeom>
              <a:avLst/>
              <a:gdLst/>
              <a:ahLst/>
              <a:cxnLst/>
              <a:rect l="l" t="t" r="r" b="b"/>
              <a:pathLst>
                <a:path w="10131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4"/>
                  </a:cubicBezTo>
                  <a:cubicBezTo>
                    <a:pt x="10130" y="149"/>
                    <a:pt x="9982" y="1"/>
                    <a:pt x="9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7">
              <a:extLst>
                <a:ext uri="{FF2B5EF4-FFF2-40B4-BE49-F238E27FC236}">
                  <a16:creationId xmlns:a16="http://schemas.microsoft.com/office/drawing/2014/main" id="{E18D690A-95B7-7091-ABAF-6C1A0D474F4F}"/>
                </a:ext>
              </a:extLst>
            </p:cNvPr>
            <p:cNvSpPr/>
            <p:nvPr/>
          </p:nvSpPr>
          <p:spPr>
            <a:xfrm>
              <a:off x="4047975" y="2911100"/>
              <a:ext cx="275450" cy="15725"/>
            </a:xfrm>
            <a:custGeom>
              <a:avLst/>
              <a:gdLst/>
              <a:ahLst/>
              <a:cxnLst/>
              <a:rect l="l" t="t" r="r" b="b"/>
              <a:pathLst>
                <a:path w="11018" h="629" extrusionOk="0">
                  <a:moveTo>
                    <a:pt x="296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296" y="629"/>
                  </a:cubicBezTo>
                  <a:lnTo>
                    <a:pt x="10722" y="629"/>
                  </a:lnTo>
                  <a:cubicBezTo>
                    <a:pt x="10907" y="629"/>
                    <a:pt x="11018" y="481"/>
                    <a:pt x="11018" y="296"/>
                  </a:cubicBezTo>
                  <a:cubicBezTo>
                    <a:pt x="11018" y="148"/>
                    <a:pt x="10907" y="0"/>
                    <a:pt x="107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37">
              <a:extLst>
                <a:ext uri="{FF2B5EF4-FFF2-40B4-BE49-F238E27FC236}">
                  <a16:creationId xmlns:a16="http://schemas.microsoft.com/office/drawing/2014/main" id="{D67DDE40-60FF-D8B6-DE09-1F978837B91A}"/>
                </a:ext>
              </a:extLst>
            </p:cNvPr>
            <p:cNvSpPr/>
            <p:nvPr/>
          </p:nvSpPr>
          <p:spPr>
            <a:xfrm>
              <a:off x="3805825" y="2911100"/>
              <a:ext cx="201500" cy="15725"/>
            </a:xfrm>
            <a:custGeom>
              <a:avLst/>
              <a:gdLst/>
              <a:ahLst/>
              <a:cxnLst/>
              <a:rect l="l" t="t" r="r" b="b"/>
              <a:pathLst>
                <a:path w="8060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296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7764" y="629"/>
                  </a:lnTo>
                  <a:cubicBezTo>
                    <a:pt x="7949" y="629"/>
                    <a:pt x="8060" y="481"/>
                    <a:pt x="8060" y="296"/>
                  </a:cubicBezTo>
                  <a:cubicBezTo>
                    <a:pt x="8060" y="148"/>
                    <a:pt x="7949" y="0"/>
                    <a:pt x="77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37">
              <a:extLst>
                <a:ext uri="{FF2B5EF4-FFF2-40B4-BE49-F238E27FC236}">
                  <a16:creationId xmlns:a16="http://schemas.microsoft.com/office/drawing/2014/main" id="{9F429E92-95B3-AE17-99CC-F560154ED2CA}"/>
                </a:ext>
              </a:extLst>
            </p:cNvPr>
            <p:cNvSpPr/>
            <p:nvPr/>
          </p:nvSpPr>
          <p:spPr>
            <a:xfrm>
              <a:off x="4196775" y="2987800"/>
              <a:ext cx="126650" cy="15750"/>
            </a:xfrm>
            <a:custGeom>
              <a:avLst/>
              <a:gdLst/>
              <a:ahLst/>
              <a:cxnLst/>
              <a:rect l="l" t="t" r="r" b="b"/>
              <a:pathLst>
                <a:path w="5066" h="630" extrusionOk="0">
                  <a:moveTo>
                    <a:pt x="296" y="1"/>
                  </a:moveTo>
                  <a:cubicBezTo>
                    <a:pt x="149" y="1"/>
                    <a:pt x="1" y="149"/>
                    <a:pt x="1" y="334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4"/>
                  </a:cubicBezTo>
                  <a:cubicBezTo>
                    <a:pt x="5066" y="149"/>
                    <a:pt x="4955" y="1"/>
                    <a:pt x="477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7">
              <a:extLst>
                <a:ext uri="{FF2B5EF4-FFF2-40B4-BE49-F238E27FC236}">
                  <a16:creationId xmlns:a16="http://schemas.microsoft.com/office/drawing/2014/main" id="{76FA549C-17EA-65DA-15B7-44986D74D483}"/>
                </a:ext>
              </a:extLst>
            </p:cNvPr>
            <p:cNvSpPr/>
            <p:nvPr/>
          </p:nvSpPr>
          <p:spPr>
            <a:xfrm>
              <a:off x="3917650" y="2987800"/>
              <a:ext cx="247725" cy="15750"/>
            </a:xfrm>
            <a:custGeom>
              <a:avLst/>
              <a:gdLst/>
              <a:ahLst/>
              <a:cxnLst/>
              <a:rect l="l" t="t" r="r" b="b"/>
              <a:pathLst>
                <a:path w="9909" h="630" extrusionOk="0">
                  <a:moveTo>
                    <a:pt x="296" y="1"/>
                  </a:moveTo>
                  <a:cubicBezTo>
                    <a:pt x="148" y="1"/>
                    <a:pt x="1" y="149"/>
                    <a:pt x="1" y="334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4"/>
                  </a:cubicBezTo>
                  <a:cubicBezTo>
                    <a:pt x="9909" y="149"/>
                    <a:pt x="9798" y="1"/>
                    <a:pt x="96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7">
              <a:extLst>
                <a:ext uri="{FF2B5EF4-FFF2-40B4-BE49-F238E27FC236}">
                  <a16:creationId xmlns:a16="http://schemas.microsoft.com/office/drawing/2014/main" id="{D4AD0BC2-ADF9-7197-49C5-E9D2753F34E1}"/>
                </a:ext>
              </a:extLst>
            </p:cNvPr>
            <p:cNvSpPr/>
            <p:nvPr/>
          </p:nvSpPr>
          <p:spPr>
            <a:xfrm>
              <a:off x="3805825" y="2987800"/>
              <a:ext cx="75800" cy="15750"/>
            </a:xfrm>
            <a:custGeom>
              <a:avLst/>
              <a:gdLst/>
              <a:ahLst/>
              <a:cxnLst/>
              <a:rect l="l" t="t" r="r" b="b"/>
              <a:pathLst>
                <a:path w="3032" h="630" extrusionOk="0">
                  <a:moveTo>
                    <a:pt x="333" y="1"/>
                  </a:moveTo>
                  <a:cubicBezTo>
                    <a:pt x="148" y="1"/>
                    <a:pt x="0" y="149"/>
                    <a:pt x="0" y="334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4"/>
                  </a:cubicBezTo>
                  <a:cubicBezTo>
                    <a:pt x="3032" y="149"/>
                    <a:pt x="2921" y="1"/>
                    <a:pt x="27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7">
              <a:extLst>
                <a:ext uri="{FF2B5EF4-FFF2-40B4-BE49-F238E27FC236}">
                  <a16:creationId xmlns:a16="http://schemas.microsoft.com/office/drawing/2014/main" id="{538D8D7F-6317-1247-2AA6-3B8F6FB3EC04}"/>
                </a:ext>
              </a:extLst>
            </p:cNvPr>
            <p:cNvSpPr/>
            <p:nvPr/>
          </p:nvSpPr>
          <p:spPr>
            <a:xfrm>
              <a:off x="4015625" y="3056200"/>
              <a:ext cx="307800" cy="14825"/>
            </a:xfrm>
            <a:custGeom>
              <a:avLst/>
              <a:gdLst/>
              <a:ahLst/>
              <a:cxnLst/>
              <a:rect l="l" t="t" r="r" b="b"/>
              <a:pathLst>
                <a:path w="12312" h="593" extrusionOk="0">
                  <a:moveTo>
                    <a:pt x="296" y="1"/>
                  </a:moveTo>
                  <a:cubicBezTo>
                    <a:pt x="111" y="1"/>
                    <a:pt x="0" y="112"/>
                    <a:pt x="0" y="296"/>
                  </a:cubicBezTo>
                  <a:cubicBezTo>
                    <a:pt x="0" y="481"/>
                    <a:pt x="111" y="592"/>
                    <a:pt x="296" y="592"/>
                  </a:cubicBezTo>
                  <a:lnTo>
                    <a:pt x="12016" y="592"/>
                  </a:lnTo>
                  <a:cubicBezTo>
                    <a:pt x="12201" y="592"/>
                    <a:pt x="12312" y="481"/>
                    <a:pt x="12312" y="296"/>
                  </a:cubicBezTo>
                  <a:cubicBezTo>
                    <a:pt x="12312" y="112"/>
                    <a:pt x="12201" y="1"/>
                    <a:pt x="1201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7">
              <a:extLst>
                <a:ext uri="{FF2B5EF4-FFF2-40B4-BE49-F238E27FC236}">
                  <a16:creationId xmlns:a16="http://schemas.microsoft.com/office/drawing/2014/main" id="{DC0BBCAF-E2E6-05FE-5E92-C81A1E23E7AD}"/>
                </a:ext>
              </a:extLst>
            </p:cNvPr>
            <p:cNvSpPr/>
            <p:nvPr/>
          </p:nvSpPr>
          <p:spPr>
            <a:xfrm>
              <a:off x="3805825" y="3056200"/>
              <a:ext cx="118325" cy="14825"/>
            </a:xfrm>
            <a:custGeom>
              <a:avLst/>
              <a:gdLst/>
              <a:ahLst/>
              <a:cxnLst/>
              <a:rect l="l" t="t" r="r" b="b"/>
              <a:pathLst>
                <a:path w="4733" h="593" extrusionOk="0">
                  <a:moveTo>
                    <a:pt x="333" y="1"/>
                  </a:moveTo>
                  <a:cubicBezTo>
                    <a:pt x="148" y="1"/>
                    <a:pt x="0" y="112"/>
                    <a:pt x="0" y="296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4400" y="592"/>
                  </a:lnTo>
                  <a:cubicBezTo>
                    <a:pt x="4584" y="592"/>
                    <a:pt x="4732" y="481"/>
                    <a:pt x="4732" y="296"/>
                  </a:cubicBezTo>
                  <a:cubicBezTo>
                    <a:pt x="4732" y="112"/>
                    <a:pt x="4584" y="1"/>
                    <a:pt x="4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7">
              <a:extLst>
                <a:ext uri="{FF2B5EF4-FFF2-40B4-BE49-F238E27FC236}">
                  <a16:creationId xmlns:a16="http://schemas.microsoft.com/office/drawing/2014/main" id="{8D849C83-CD4A-F6DD-0037-EC55F18EC514}"/>
                </a:ext>
              </a:extLst>
            </p:cNvPr>
            <p:cNvSpPr/>
            <p:nvPr/>
          </p:nvSpPr>
          <p:spPr>
            <a:xfrm>
              <a:off x="4256850" y="3132925"/>
              <a:ext cx="66575" cy="15725"/>
            </a:xfrm>
            <a:custGeom>
              <a:avLst/>
              <a:gdLst/>
              <a:ahLst/>
              <a:cxnLst/>
              <a:rect l="l" t="t" r="r" b="b"/>
              <a:pathLst>
                <a:path w="2663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2367" y="629"/>
                  </a:lnTo>
                  <a:cubicBezTo>
                    <a:pt x="2552" y="629"/>
                    <a:pt x="2663" y="481"/>
                    <a:pt x="2663" y="333"/>
                  </a:cubicBezTo>
                  <a:cubicBezTo>
                    <a:pt x="2663" y="148"/>
                    <a:pt x="2552" y="0"/>
                    <a:pt x="236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7">
              <a:extLst>
                <a:ext uri="{FF2B5EF4-FFF2-40B4-BE49-F238E27FC236}">
                  <a16:creationId xmlns:a16="http://schemas.microsoft.com/office/drawing/2014/main" id="{E75ABDBC-8A5E-DEEB-26A6-24975D294FB1}"/>
                </a:ext>
              </a:extLst>
            </p:cNvPr>
            <p:cNvSpPr/>
            <p:nvPr/>
          </p:nvSpPr>
          <p:spPr>
            <a:xfrm>
              <a:off x="4112675" y="3132925"/>
              <a:ext cx="118325" cy="15725"/>
            </a:xfrm>
            <a:custGeom>
              <a:avLst/>
              <a:gdLst/>
              <a:ahLst/>
              <a:cxnLst/>
              <a:rect l="l" t="t" r="r" b="b"/>
              <a:pathLst>
                <a:path w="4733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4400" y="629"/>
                  </a:lnTo>
                  <a:cubicBezTo>
                    <a:pt x="4585" y="629"/>
                    <a:pt x="4733" y="481"/>
                    <a:pt x="4733" y="333"/>
                  </a:cubicBezTo>
                  <a:cubicBezTo>
                    <a:pt x="4733" y="148"/>
                    <a:pt x="4585" y="0"/>
                    <a:pt x="44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7">
              <a:extLst>
                <a:ext uri="{FF2B5EF4-FFF2-40B4-BE49-F238E27FC236}">
                  <a16:creationId xmlns:a16="http://schemas.microsoft.com/office/drawing/2014/main" id="{05F686BB-3F30-CC5F-057A-452029469725}"/>
                </a:ext>
              </a:extLst>
            </p:cNvPr>
            <p:cNvSpPr/>
            <p:nvPr/>
          </p:nvSpPr>
          <p:spPr>
            <a:xfrm>
              <a:off x="3805825" y="3132925"/>
              <a:ext cx="253275" cy="15725"/>
            </a:xfrm>
            <a:custGeom>
              <a:avLst/>
              <a:gdLst/>
              <a:ahLst/>
              <a:cxnLst/>
              <a:rect l="l" t="t" r="r" b="b"/>
              <a:pathLst>
                <a:path w="10131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9797" y="629"/>
                  </a:lnTo>
                  <a:cubicBezTo>
                    <a:pt x="9982" y="629"/>
                    <a:pt x="10130" y="481"/>
                    <a:pt x="10130" y="333"/>
                  </a:cubicBezTo>
                  <a:cubicBezTo>
                    <a:pt x="10130" y="148"/>
                    <a:pt x="9982" y="0"/>
                    <a:pt x="9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7">
              <a:extLst>
                <a:ext uri="{FF2B5EF4-FFF2-40B4-BE49-F238E27FC236}">
                  <a16:creationId xmlns:a16="http://schemas.microsoft.com/office/drawing/2014/main" id="{75B38992-F382-0C51-3405-BE5B728452D4}"/>
                </a:ext>
              </a:extLst>
            </p:cNvPr>
            <p:cNvSpPr/>
            <p:nvPr/>
          </p:nvSpPr>
          <p:spPr>
            <a:xfrm>
              <a:off x="4047975" y="3210550"/>
              <a:ext cx="275450" cy="14825"/>
            </a:xfrm>
            <a:custGeom>
              <a:avLst/>
              <a:gdLst/>
              <a:ahLst/>
              <a:cxnLst/>
              <a:rect l="l" t="t" r="r" b="b"/>
              <a:pathLst>
                <a:path w="11018" h="593" extrusionOk="0">
                  <a:moveTo>
                    <a:pt x="296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296" y="592"/>
                  </a:cubicBezTo>
                  <a:lnTo>
                    <a:pt x="10722" y="592"/>
                  </a:lnTo>
                  <a:cubicBezTo>
                    <a:pt x="10907" y="592"/>
                    <a:pt x="11018" y="481"/>
                    <a:pt x="11018" y="297"/>
                  </a:cubicBezTo>
                  <a:cubicBezTo>
                    <a:pt x="11018" y="149"/>
                    <a:pt x="10907" y="1"/>
                    <a:pt x="1072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7">
              <a:extLst>
                <a:ext uri="{FF2B5EF4-FFF2-40B4-BE49-F238E27FC236}">
                  <a16:creationId xmlns:a16="http://schemas.microsoft.com/office/drawing/2014/main" id="{76ABD12A-66B4-CB63-AE27-0DFABE805C57}"/>
                </a:ext>
              </a:extLst>
            </p:cNvPr>
            <p:cNvSpPr/>
            <p:nvPr/>
          </p:nvSpPr>
          <p:spPr>
            <a:xfrm>
              <a:off x="3805825" y="3210550"/>
              <a:ext cx="201500" cy="14825"/>
            </a:xfrm>
            <a:custGeom>
              <a:avLst/>
              <a:gdLst/>
              <a:ahLst/>
              <a:cxnLst/>
              <a:rect l="l" t="t" r="r" b="b"/>
              <a:pathLst>
                <a:path w="8060" h="593" extrusionOk="0">
                  <a:moveTo>
                    <a:pt x="333" y="1"/>
                  </a:moveTo>
                  <a:cubicBezTo>
                    <a:pt x="148" y="1"/>
                    <a:pt x="0" y="149"/>
                    <a:pt x="0" y="297"/>
                  </a:cubicBezTo>
                  <a:cubicBezTo>
                    <a:pt x="0" y="481"/>
                    <a:pt x="148" y="592"/>
                    <a:pt x="333" y="592"/>
                  </a:cubicBezTo>
                  <a:lnTo>
                    <a:pt x="7764" y="592"/>
                  </a:lnTo>
                  <a:cubicBezTo>
                    <a:pt x="7949" y="592"/>
                    <a:pt x="8060" y="481"/>
                    <a:pt x="8060" y="297"/>
                  </a:cubicBezTo>
                  <a:cubicBezTo>
                    <a:pt x="8060" y="149"/>
                    <a:pt x="7949" y="1"/>
                    <a:pt x="776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7">
              <a:extLst>
                <a:ext uri="{FF2B5EF4-FFF2-40B4-BE49-F238E27FC236}">
                  <a16:creationId xmlns:a16="http://schemas.microsoft.com/office/drawing/2014/main" id="{C1058D0B-12CA-6BE7-8ADD-530D5D3432E0}"/>
                </a:ext>
              </a:extLst>
            </p:cNvPr>
            <p:cNvSpPr/>
            <p:nvPr/>
          </p:nvSpPr>
          <p:spPr>
            <a:xfrm>
              <a:off x="4196775" y="3287275"/>
              <a:ext cx="126650" cy="15725"/>
            </a:xfrm>
            <a:custGeom>
              <a:avLst/>
              <a:gdLst/>
              <a:ahLst/>
              <a:cxnLst/>
              <a:rect l="l" t="t" r="r" b="b"/>
              <a:pathLst>
                <a:path w="5066" h="629" extrusionOk="0">
                  <a:moveTo>
                    <a:pt x="296" y="0"/>
                  </a:moveTo>
                  <a:cubicBezTo>
                    <a:pt x="149" y="0"/>
                    <a:pt x="1" y="148"/>
                    <a:pt x="1" y="333"/>
                  </a:cubicBezTo>
                  <a:cubicBezTo>
                    <a:pt x="1" y="481"/>
                    <a:pt x="149" y="629"/>
                    <a:pt x="296" y="629"/>
                  </a:cubicBezTo>
                  <a:lnTo>
                    <a:pt x="4770" y="629"/>
                  </a:lnTo>
                  <a:cubicBezTo>
                    <a:pt x="4955" y="629"/>
                    <a:pt x="5066" y="481"/>
                    <a:pt x="5066" y="333"/>
                  </a:cubicBezTo>
                  <a:cubicBezTo>
                    <a:pt x="5066" y="148"/>
                    <a:pt x="4955" y="0"/>
                    <a:pt x="477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7">
              <a:extLst>
                <a:ext uri="{FF2B5EF4-FFF2-40B4-BE49-F238E27FC236}">
                  <a16:creationId xmlns:a16="http://schemas.microsoft.com/office/drawing/2014/main" id="{3FBF80DC-24CC-C5EC-95DD-BAB71E754509}"/>
                </a:ext>
              </a:extLst>
            </p:cNvPr>
            <p:cNvSpPr/>
            <p:nvPr/>
          </p:nvSpPr>
          <p:spPr>
            <a:xfrm>
              <a:off x="3917650" y="3287275"/>
              <a:ext cx="247725" cy="15725"/>
            </a:xfrm>
            <a:custGeom>
              <a:avLst/>
              <a:gdLst/>
              <a:ahLst/>
              <a:cxnLst/>
              <a:rect l="l" t="t" r="r" b="b"/>
              <a:pathLst>
                <a:path w="9909" h="629" extrusionOk="0">
                  <a:moveTo>
                    <a:pt x="296" y="0"/>
                  </a:moveTo>
                  <a:cubicBezTo>
                    <a:pt x="148" y="0"/>
                    <a:pt x="1" y="148"/>
                    <a:pt x="1" y="333"/>
                  </a:cubicBezTo>
                  <a:cubicBezTo>
                    <a:pt x="1" y="481"/>
                    <a:pt x="148" y="629"/>
                    <a:pt x="296" y="629"/>
                  </a:cubicBezTo>
                  <a:lnTo>
                    <a:pt x="9613" y="629"/>
                  </a:lnTo>
                  <a:cubicBezTo>
                    <a:pt x="9798" y="629"/>
                    <a:pt x="9909" y="481"/>
                    <a:pt x="9909" y="333"/>
                  </a:cubicBezTo>
                  <a:cubicBezTo>
                    <a:pt x="9909" y="148"/>
                    <a:pt x="9798" y="0"/>
                    <a:pt x="96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7">
              <a:extLst>
                <a:ext uri="{FF2B5EF4-FFF2-40B4-BE49-F238E27FC236}">
                  <a16:creationId xmlns:a16="http://schemas.microsoft.com/office/drawing/2014/main" id="{1872E253-391D-560F-BB69-059CC4633A9B}"/>
                </a:ext>
              </a:extLst>
            </p:cNvPr>
            <p:cNvSpPr/>
            <p:nvPr/>
          </p:nvSpPr>
          <p:spPr>
            <a:xfrm>
              <a:off x="3805825" y="3287275"/>
              <a:ext cx="75800" cy="15725"/>
            </a:xfrm>
            <a:custGeom>
              <a:avLst/>
              <a:gdLst/>
              <a:ahLst/>
              <a:cxnLst/>
              <a:rect l="l" t="t" r="r" b="b"/>
              <a:pathLst>
                <a:path w="3032" h="629" extrusionOk="0">
                  <a:moveTo>
                    <a:pt x="333" y="0"/>
                  </a:moveTo>
                  <a:cubicBezTo>
                    <a:pt x="148" y="0"/>
                    <a:pt x="0" y="148"/>
                    <a:pt x="0" y="333"/>
                  </a:cubicBezTo>
                  <a:cubicBezTo>
                    <a:pt x="0" y="481"/>
                    <a:pt x="148" y="629"/>
                    <a:pt x="333" y="629"/>
                  </a:cubicBezTo>
                  <a:lnTo>
                    <a:pt x="2736" y="629"/>
                  </a:lnTo>
                  <a:cubicBezTo>
                    <a:pt x="2921" y="629"/>
                    <a:pt x="3032" y="481"/>
                    <a:pt x="3032" y="333"/>
                  </a:cubicBezTo>
                  <a:cubicBezTo>
                    <a:pt x="3032" y="148"/>
                    <a:pt x="2921" y="0"/>
                    <a:pt x="27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7">
              <a:extLst>
                <a:ext uri="{FF2B5EF4-FFF2-40B4-BE49-F238E27FC236}">
                  <a16:creationId xmlns:a16="http://schemas.microsoft.com/office/drawing/2014/main" id="{C1A055D1-A425-D171-A5DD-3055AADD8D2D}"/>
                </a:ext>
              </a:extLst>
            </p:cNvPr>
            <p:cNvSpPr/>
            <p:nvPr/>
          </p:nvSpPr>
          <p:spPr>
            <a:xfrm>
              <a:off x="1700350" y="3333475"/>
              <a:ext cx="69325" cy="154400"/>
            </a:xfrm>
            <a:custGeom>
              <a:avLst/>
              <a:gdLst/>
              <a:ahLst/>
              <a:cxnLst/>
              <a:rect l="l" t="t" r="r" b="b"/>
              <a:pathLst>
                <a:path w="2773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7">
              <a:extLst>
                <a:ext uri="{FF2B5EF4-FFF2-40B4-BE49-F238E27FC236}">
                  <a16:creationId xmlns:a16="http://schemas.microsoft.com/office/drawing/2014/main" id="{D46045F1-1DFD-37E9-1E32-0428B33C66C7}"/>
                </a:ext>
              </a:extLst>
            </p:cNvPr>
            <p:cNvSpPr/>
            <p:nvPr/>
          </p:nvSpPr>
          <p:spPr>
            <a:xfrm>
              <a:off x="1838975" y="3401875"/>
              <a:ext cx="69350" cy="86000"/>
            </a:xfrm>
            <a:custGeom>
              <a:avLst/>
              <a:gdLst/>
              <a:ahLst/>
              <a:cxnLst/>
              <a:rect l="l" t="t" r="r" b="b"/>
              <a:pathLst>
                <a:path w="2774" h="3440" extrusionOk="0">
                  <a:moveTo>
                    <a:pt x="1" y="1"/>
                  </a:moveTo>
                  <a:lnTo>
                    <a:pt x="1" y="3439"/>
                  </a:lnTo>
                  <a:lnTo>
                    <a:pt x="2774" y="3439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7">
              <a:extLst>
                <a:ext uri="{FF2B5EF4-FFF2-40B4-BE49-F238E27FC236}">
                  <a16:creationId xmlns:a16="http://schemas.microsoft.com/office/drawing/2014/main" id="{C12C8A7E-2023-8DD8-A715-47B8E5D6D9D8}"/>
                </a:ext>
              </a:extLst>
            </p:cNvPr>
            <p:cNvSpPr/>
            <p:nvPr/>
          </p:nvSpPr>
          <p:spPr>
            <a:xfrm>
              <a:off x="1977625" y="3441625"/>
              <a:ext cx="69350" cy="46250"/>
            </a:xfrm>
            <a:custGeom>
              <a:avLst/>
              <a:gdLst/>
              <a:ahLst/>
              <a:cxnLst/>
              <a:rect l="l" t="t" r="r" b="b"/>
              <a:pathLst>
                <a:path w="2774" h="1850" extrusionOk="0">
                  <a:moveTo>
                    <a:pt x="0" y="0"/>
                  </a:moveTo>
                  <a:lnTo>
                    <a:pt x="0" y="1849"/>
                  </a:lnTo>
                  <a:lnTo>
                    <a:pt x="2773" y="1849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7">
              <a:extLst>
                <a:ext uri="{FF2B5EF4-FFF2-40B4-BE49-F238E27FC236}">
                  <a16:creationId xmlns:a16="http://schemas.microsoft.com/office/drawing/2014/main" id="{69AF4868-EE49-E814-4B48-634761F72438}"/>
                </a:ext>
              </a:extLst>
            </p:cNvPr>
            <p:cNvSpPr/>
            <p:nvPr/>
          </p:nvSpPr>
          <p:spPr>
            <a:xfrm>
              <a:off x="2116250" y="3378775"/>
              <a:ext cx="69350" cy="109100"/>
            </a:xfrm>
            <a:custGeom>
              <a:avLst/>
              <a:gdLst/>
              <a:ahLst/>
              <a:cxnLst/>
              <a:rect l="l" t="t" r="r" b="b"/>
              <a:pathLst>
                <a:path w="2774" h="4364" extrusionOk="0">
                  <a:moveTo>
                    <a:pt x="1" y="0"/>
                  </a:moveTo>
                  <a:lnTo>
                    <a:pt x="1" y="4363"/>
                  </a:lnTo>
                  <a:lnTo>
                    <a:pt x="2774" y="4363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7">
              <a:extLst>
                <a:ext uri="{FF2B5EF4-FFF2-40B4-BE49-F238E27FC236}">
                  <a16:creationId xmlns:a16="http://schemas.microsoft.com/office/drawing/2014/main" id="{CBD05DB4-C7B2-1E94-7434-D819A52A7721}"/>
                </a:ext>
              </a:extLst>
            </p:cNvPr>
            <p:cNvSpPr/>
            <p:nvPr/>
          </p:nvSpPr>
          <p:spPr>
            <a:xfrm>
              <a:off x="2254900" y="3418525"/>
              <a:ext cx="69350" cy="69350"/>
            </a:xfrm>
            <a:custGeom>
              <a:avLst/>
              <a:gdLst/>
              <a:ahLst/>
              <a:cxnLst/>
              <a:rect l="l" t="t" r="r" b="b"/>
              <a:pathLst>
                <a:path w="2774" h="2774" extrusionOk="0">
                  <a:moveTo>
                    <a:pt x="0" y="0"/>
                  </a:moveTo>
                  <a:lnTo>
                    <a:pt x="0" y="2773"/>
                  </a:lnTo>
                  <a:lnTo>
                    <a:pt x="2773" y="2773"/>
                  </a:lnTo>
                  <a:lnTo>
                    <a:pt x="277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7">
              <a:extLst>
                <a:ext uri="{FF2B5EF4-FFF2-40B4-BE49-F238E27FC236}">
                  <a16:creationId xmlns:a16="http://schemas.microsoft.com/office/drawing/2014/main" id="{DE26D74A-F6DA-68BE-8C77-E79E39BC1FCB}"/>
                </a:ext>
              </a:extLst>
            </p:cNvPr>
            <p:cNvSpPr/>
            <p:nvPr/>
          </p:nvSpPr>
          <p:spPr>
            <a:xfrm>
              <a:off x="2393550" y="3373225"/>
              <a:ext cx="69325" cy="114650"/>
            </a:xfrm>
            <a:custGeom>
              <a:avLst/>
              <a:gdLst/>
              <a:ahLst/>
              <a:cxnLst/>
              <a:rect l="l" t="t" r="r" b="b"/>
              <a:pathLst>
                <a:path w="2773" h="4586" extrusionOk="0">
                  <a:moveTo>
                    <a:pt x="0" y="1"/>
                  </a:moveTo>
                  <a:lnTo>
                    <a:pt x="0" y="4585"/>
                  </a:lnTo>
                  <a:lnTo>
                    <a:pt x="2773" y="458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7">
              <a:extLst>
                <a:ext uri="{FF2B5EF4-FFF2-40B4-BE49-F238E27FC236}">
                  <a16:creationId xmlns:a16="http://schemas.microsoft.com/office/drawing/2014/main" id="{35879CE9-EEE1-A6CA-D519-544B79F7A6F7}"/>
                </a:ext>
              </a:extLst>
            </p:cNvPr>
            <p:cNvSpPr/>
            <p:nvPr/>
          </p:nvSpPr>
          <p:spPr>
            <a:xfrm>
              <a:off x="2532175" y="3468425"/>
              <a:ext cx="69350" cy="19450"/>
            </a:xfrm>
            <a:custGeom>
              <a:avLst/>
              <a:gdLst/>
              <a:ahLst/>
              <a:cxnLst/>
              <a:rect l="l" t="t" r="r" b="b"/>
              <a:pathLst>
                <a:path w="2774" h="778" extrusionOk="0">
                  <a:moveTo>
                    <a:pt x="1" y="1"/>
                  </a:moveTo>
                  <a:lnTo>
                    <a:pt x="1" y="777"/>
                  </a:lnTo>
                  <a:lnTo>
                    <a:pt x="2773" y="777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37">
              <a:extLst>
                <a:ext uri="{FF2B5EF4-FFF2-40B4-BE49-F238E27FC236}">
                  <a16:creationId xmlns:a16="http://schemas.microsoft.com/office/drawing/2014/main" id="{86C2DFB7-9040-6606-BA66-D42F47B3A880}"/>
                </a:ext>
              </a:extLst>
            </p:cNvPr>
            <p:cNvSpPr/>
            <p:nvPr/>
          </p:nvSpPr>
          <p:spPr>
            <a:xfrm>
              <a:off x="267082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0" y="1"/>
                  </a:moveTo>
                  <a:lnTo>
                    <a:pt x="0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37">
              <a:extLst>
                <a:ext uri="{FF2B5EF4-FFF2-40B4-BE49-F238E27FC236}">
                  <a16:creationId xmlns:a16="http://schemas.microsoft.com/office/drawing/2014/main" id="{C0AA4CA8-38B9-AC69-AD6C-2616423B80CE}"/>
                </a:ext>
              </a:extLst>
            </p:cNvPr>
            <p:cNvSpPr/>
            <p:nvPr/>
          </p:nvSpPr>
          <p:spPr>
            <a:xfrm>
              <a:off x="2809450" y="3431450"/>
              <a:ext cx="69350" cy="56425"/>
            </a:xfrm>
            <a:custGeom>
              <a:avLst/>
              <a:gdLst/>
              <a:ahLst/>
              <a:cxnLst/>
              <a:rect l="l" t="t" r="r" b="b"/>
              <a:pathLst>
                <a:path w="2774" h="2257" extrusionOk="0">
                  <a:moveTo>
                    <a:pt x="1" y="1"/>
                  </a:moveTo>
                  <a:lnTo>
                    <a:pt x="1" y="2256"/>
                  </a:lnTo>
                  <a:lnTo>
                    <a:pt x="2774" y="2256"/>
                  </a:lnTo>
                  <a:lnTo>
                    <a:pt x="277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37">
              <a:extLst>
                <a:ext uri="{FF2B5EF4-FFF2-40B4-BE49-F238E27FC236}">
                  <a16:creationId xmlns:a16="http://schemas.microsoft.com/office/drawing/2014/main" id="{E9CA5751-08C3-A063-9C37-1F7E15B23A8C}"/>
                </a:ext>
              </a:extLst>
            </p:cNvPr>
            <p:cNvSpPr/>
            <p:nvPr/>
          </p:nvSpPr>
          <p:spPr>
            <a:xfrm>
              <a:off x="2948100" y="3465650"/>
              <a:ext cx="69350" cy="22225"/>
            </a:xfrm>
            <a:custGeom>
              <a:avLst/>
              <a:gdLst/>
              <a:ahLst/>
              <a:cxnLst/>
              <a:rect l="l" t="t" r="r" b="b"/>
              <a:pathLst>
                <a:path w="2774" h="889" extrusionOk="0">
                  <a:moveTo>
                    <a:pt x="0" y="1"/>
                  </a:moveTo>
                  <a:lnTo>
                    <a:pt x="0" y="888"/>
                  </a:lnTo>
                  <a:lnTo>
                    <a:pt x="2773" y="88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7">
              <a:extLst>
                <a:ext uri="{FF2B5EF4-FFF2-40B4-BE49-F238E27FC236}">
                  <a16:creationId xmlns:a16="http://schemas.microsoft.com/office/drawing/2014/main" id="{02A84A70-136A-0310-E71D-4D0AD81270E7}"/>
                </a:ext>
              </a:extLst>
            </p:cNvPr>
            <p:cNvSpPr/>
            <p:nvPr/>
          </p:nvSpPr>
          <p:spPr>
            <a:xfrm>
              <a:off x="3086750" y="3437000"/>
              <a:ext cx="69325" cy="50875"/>
            </a:xfrm>
            <a:custGeom>
              <a:avLst/>
              <a:gdLst/>
              <a:ahLst/>
              <a:cxnLst/>
              <a:rect l="l" t="t" r="r" b="b"/>
              <a:pathLst>
                <a:path w="2773" h="2035" extrusionOk="0">
                  <a:moveTo>
                    <a:pt x="0" y="1"/>
                  </a:moveTo>
                  <a:lnTo>
                    <a:pt x="0" y="2034"/>
                  </a:lnTo>
                  <a:lnTo>
                    <a:pt x="2773" y="2034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7">
              <a:extLst>
                <a:ext uri="{FF2B5EF4-FFF2-40B4-BE49-F238E27FC236}">
                  <a16:creationId xmlns:a16="http://schemas.microsoft.com/office/drawing/2014/main" id="{4C4819CC-C000-A5A1-0DBE-4382CEB244D8}"/>
                </a:ext>
              </a:extLst>
            </p:cNvPr>
            <p:cNvSpPr/>
            <p:nvPr/>
          </p:nvSpPr>
          <p:spPr>
            <a:xfrm>
              <a:off x="3225375" y="3333475"/>
              <a:ext cx="69350" cy="154400"/>
            </a:xfrm>
            <a:custGeom>
              <a:avLst/>
              <a:gdLst/>
              <a:ahLst/>
              <a:cxnLst/>
              <a:rect l="l" t="t" r="r" b="b"/>
              <a:pathLst>
                <a:path w="2774" h="6176" extrusionOk="0">
                  <a:moveTo>
                    <a:pt x="1" y="1"/>
                  </a:moveTo>
                  <a:lnTo>
                    <a:pt x="1" y="6175"/>
                  </a:lnTo>
                  <a:lnTo>
                    <a:pt x="2773" y="6175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7">
              <a:extLst>
                <a:ext uri="{FF2B5EF4-FFF2-40B4-BE49-F238E27FC236}">
                  <a16:creationId xmlns:a16="http://schemas.microsoft.com/office/drawing/2014/main" id="{CE8665B6-64B9-6D1C-D5F7-EAFA14525D40}"/>
                </a:ext>
              </a:extLst>
            </p:cNvPr>
            <p:cNvSpPr/>
            <p:nvPr/>
          </p:nvSpPr>
          <p:spPr>
            <a:xfrm>
              <a:off x="3364025" y="3364900"/>
              <a:ext cx="69325" cy="122975"/>
            </a:xfrm>
            <a:custGeom>
              <a:avLst/>
              <a:gdLst/>
              <a:ahLst/>
              <a:cxnLst/>
              <a:rect l="l" t="t" r="r" b="b"/>
              <a:pathLst>
                <a:path w="2773" h="4919" extrusionOk="0">
                  <a:moveTo>
                    <a:pt x="0" y="1"/>
                  </a:moveTo>
                  <a:lnTo>
                    <a:pt x="0" y="4918"/>
                  </a:lnTo>
                  <a:lnTo>
                    <a:pt x="2773" y="4918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7">
              <a:extLst>
                <a:ext uri="{FF2B5EF4-FFF2-40B4-BE49-F238E27FC236}">
                  <a16:creationId xmlns:a16="http://schemas.microsoft.com/office/drawing/2014/main" id="{214B8338-C140-1948-07D0-F36A4711D791}"/>
                </a:ext>
              </a:extLst>
            </p:cNvPr>
            <p:cNvSpPr/>
            <p:nvPr/>
          </p:nvSpPr>
          <p:spPr>
            <a:xfrm>
              <a:off x="3502650" y="3386175"/>
              <a:ext cx="69350" cy="101700"/>
            </a:xfrm>
            <a:custGeom>
              <a:avLst/>
              <a:gdLst/>
              <a:ahLst/>
              <a:cxnLst/>
              <a:rect l="l" t="t" r="r" b="b"/>
              <a:pathLst>
                <a:path w="2774" h="4068" extrusionOk="0">
                  <a:moveTo>
                    <a:pt x="1" y="0"/>
                  </a:moveTo>
                  <a:lnTo>
                    <a:pt x="1" y="4067"/>
                  </a:lnTo>
                  <a:lnTo>
                    <a:pt x="2774" y="4067"/>
                  </a:lnTo>
                  <a:lnTo>
                    <a:pt x="277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7">
              <a:extLst>
                <a:ext uri="{FF2B5EF4-FFF2-40B4-BE49-F238E27FC236}">
                  <a16:creationId xmlns:a16="http://schemas.microsoft.com/office/drawing/2014/main" id="{8C437D5C-6C80-5E2D-A2DA-31B6F98F040B}"/>
                </a:ext>
              </a:extLst>
            </p:cNvPr>
            <p:cNvSpPr/>
            <p:nvPr/>
          </p:nvSpPr>
          <p:spPr>
            <a:xfrm>
              <a:off x="3855725" y="1244650"/>
              <a:ext cx="170100" cy="822625"/>
            </a:xfrm>
            <a:custGeom>
              <a:avLst/>
              <a:gdLst/>
              <a:ahLst/>
              <a:cxnLst/>
              <a:rect l="l" t="t" r="r" b="b"/>
              <a:pathLst>
                <a:path w="6804" h="32905" extrusionOk="0">
                  <a:moveTo>
                    <a:pt x="296" y="0"/>
                  </a:moveTo>
                  <a:cubicBezTo>
                    <a:pt x="222" y="0"/>
                    <a:pt x="148" y="37"/>
                    <a:pt x="111" y="74"/>
                  </a:cubicBezTo>
                  <a:cubicBezTo>
                    <a:pt x="38" y="148"/>
                    <a:pt x="1" y="222"/>
                    <a:pt x="1" y="296"/>
                  </a:cubicBezTo>
                  <a:lnTo>
                    <a:pt x="1" y="32571"/>
                  </a:lnTo>
                  <a:cubicBezTo>
                    <a:pt x="1" y="32756"/>
                    <a:pt x="148" y="32904"/>
                    <a:pt x="296" y="32904"/>
                  </a:cubicBezTo>
                  <a:cubicBezTo>
                    <a:pt x="481" y="32904"/>
                    <a:pt x="629" y="32756"/>
                    <a:pt x="629" y="32571"/>
                  </a:cubicBezTo>
                  <a:lnTo>
                    <a:pt x="629" y="629"/>
                  </a:lnTo>
                  <a:lnTo>
                    <a:pt x="6507" y="629"/>
                  </a:lnTo>
                  <a:cubicBezTo>
                    <a:pt x="6655" y="629"/>
                    <a:pt x="6803" y="481"/>
                    <a:pt x="6803" y="296"/>
                  </a:cubicBezTo>
                  <a:cubicBezTo>
                    <a:pt x="6803" y="148"/>
                    <a:pt x="6655" y="0"/>
                    <a:pt x="65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7">
              <a:extLst>
                <a:ext uri="{FF2B5EF4-FFF2-40B4-BE49-F238E27FC236}">
                  <a16:creationId xmlns:a16="http://schemas.microsoft.com/office/drawing/2014/main" id="{96135D8A-CFC5-C35B-968B-E5AD0B9937E2}"/>
                </a:ext>
              </a:extLst>
            </p:cNvPr>
            <p:cNvSpPr/>
            <p:nvPr/>
          </p:nvSpPr>
          <p:spPr>
            <a:xfrm>
              <a:off x="4130225" y="1239100"/>
              <a:ext cx="302275" cy="14800"/>
            </a:xfrm>
            <a:custGeom>
              <a:avLst/>
              <a:gdLst/>
              <a:ahLst/>
              <a:cxnLst/>
              <a:rect l="l" t="t" r="r" b="b"/>
              <a:pathLst>
                <a:path w="12091" h="592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592"/>
                    <a:pt x="334" y="592"/>
                  </a:cubicBezTo>
                  <a:lnTo>
                    <a:pt x="11757" y="592"/>
                  </a:lnTo>
                  <a:cubicBezTo>
                    <a:pt x="11942" y="592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7">
              <a:extLst>
                <a:ext uri="{FF2B5EF4-FFF2-40B4-BE49-F238E27FC236}">
                  <a16:creationId xmlns:a16="http://schemas.microsoft.com/office/drawing/2014/main" id="{3B9A3780-B0FD-1A86-3A79-FAB461236540}"/>
                </a:ext>
              </a:extLst>
            </p:cNvPr>
            <p:cNvSpPr/>
            <p:nvPr/>
          </p:nvSpPr>
          <p:spPr>
            <a:xfrm>
              <a:off x="4130225" y="13306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7">
              <a:extLst>
                <a:ext uri="{FF2B5EF4-FFF2-40B4-BE49-F238E27FC236}">
                  <a16:creationId xmlns:a16="http://schemas.microsoft.com/office/drawing/2014/main" id="{2A92FD9D-A107-FF25-C12F-0EA16416D076}"/>
                </a:ext>
              </a:extLst>
            </p:cNvPr>
            <p:cNvSpPr/>
            <p:nvPr/>
          </p:nvSpPr>
          <p:spPr>
            <a:xfrm>
              <a:off x="4130225" y="1422100"/>
              <a:ext cx="302275" cy="15725"/>
            </a:xfrm>
            <a:custGeom>
              <a:avLst/>
              <a:gdLst/>
              <a:ahLst/>
              <a:cxnLst/>
              <a:rect l="l" t="t" r="r" b="b"/>
              <a:pathLst>
                <a:path w="12091" h="629" extrusionOk="0">
                  <a:moveTo>
                    <a:pt x="334" y="0"/>
                  </a:moveTo>
                  <a:cubicBezTo>
                    <a:pt x="149" y="0"/>
                    <a:pt x="1" y="148"/>
                    <a:pt x="1" y="296"/>
                  </a:cubicBezTo>
                  <a:cubicBezTo>
                    <a:pt x="1" y="481"/>
                    <a:pt x="149" y="629"/>
                    <a:pt x="334" y="629"/>
                  </a:cubicBezTo>
                  <a:lnTo>
                    <a:pt x="11757" y="629"/>
                  </a:lnTo>
                  <a:cubicBezTo>
                    <a:pt x="11942" y="629"/>
                    <a:pt x="12090" y="481"/>
                    <a:pt x="12090" y="296"/>
                  </a:cubicBezTo>
                  <a:cubicBezTo>
                    <a:pt x="12090" y="148"/>
                    <a:pt x="11942" y="0"/>
                    <a:pt x="117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7">
              <a:extLst>
                <a:ext uri="{FF2B5EF4-FFF2-40B4-BE49-F238E27FC236}">
                  <a16:creationId xmlns:a16="http://schemas.microsoft.com/office/drawing/2014/main" id="{7DDBA711-1194-EE31-3EE0-92E13864AAC4}"/>
                </a:ext>
              </a:extLst>
            </p:cNvPr>
            <p:cNvSpPr/>
            <p:nvPr/>
          </p:nvSpPr>
          <p:spPr>
            <a:xfrm>
              <a:off x="1709575" y="454520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7">
              <a:extLst>
                <a:ext uri="{FF2B5EF4-FFF2-40B4-BE49-F238E27FC236}">
                  <a16:creationId xmlns:a16="http://schemas.microsoft.com/office/drawing/2014/main" id="{E191E5DC-A27C-6841-5CFE-C31C600D19F4}"/>
                </a:ext>
              </a:extLst>
            </p:cNvPr>
            <p:cNvSpPr/>
            <p:nvPr/>
          </p:nvSpPr>
          <p:spPr>
            <a:xfrm>
              <a:off x="1709575" y="4631150"/>
              <a:ext cx="317975" cy="15750"/>
            </a:xfrm>
            <a:custGeom>
              <a:avLst/>
              <a:gdLst/>
              <a:ahLst/>
              <a:cxnLst/>
              <a:rect l="l" t="t" r="r" b="b"/>
              <a:pathLst>
                <a:path w="12719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297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7"/>
                  </a:cubicBezTo>
                  <a:cubicBezTo>
                    <a:pt x="12719" y="149"/>
                    <a:pt x="12608" y="1"/>
                    <a:pt x="124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7">
              <a:extLst>
                <a:ext uri="{FF2B5EF4-FFF2-40B4-BE49-F238E27FC236}">
                  <a16:creationId xmlns:a16="http://schemas.microsoft.com/office/drawing/2014/main" id="{4A8D13DB-897F-CCF0-7588-D9107C0F3D30}"/>
                </a:ext>
              </a:extLst>
            </p:cNvPr>
            <p:cNvSpPr/>
            <p:nvPr/>
          </p:nvSpPr>
          <p:spPr>
            <a:xfrm>
              <a:off x="1709575" y="4717125"/>
              <a:ext cx="317975" cy="15725"/>
            </a:xfrm>
            <a:custGeom>
              <a:avLst/>
              <a:gdLst/>
              <a:ahLst/>
              <a:cxnLst/>
              <a:rect l="l" t="t" r="r" b="b"/>
              <a:pathLst>
                <a:path w="12719" h="629" extrusionOk="0">
                  <a:moveTo>
                    <a:pt x="297" y="0"/>
                  </a:moveTo>
                  <a:cubicBezTo>
                    <a:pt x="112" y="0"/>
                    <a:pt x="1" y="148"/>
                    <a:pt x="1" y="296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12423" y="629"/>
                  </a:lnTo>
                  <a:cubicBezTo>
                    <a:pt x="12608" y="629"/>
                    <a:pt x="12719" y="481"/>
                    <a:pt x="12719" y="296"/>
                  </a:cubicBezTo>
                  <a:cubicBezTo>
                    <a:pt x="12719" y="148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7">
              <a:extLst>
                <a:ext uri="{FF2B5EF4-FFF2-40B4-BE49-F238E27FC236}">
                  <a16:creationId xmlns:a16="http://schemas.microsoft.com/office/drawing/2014/main" id="{FFF1AE8F-EF11-3BEE-E275-3F35BEF8D911}"/>
                </a:ext>
              </a:extLst>
            </p:cNvPr>
            <p:cNvSpPr/>
            <p:nvPr/>
          </p:nvSpPr>
          <p:spPr>
            <a:xfrm>
              <a:off x="1709575" y="4803075"/>
              <a:ext cx="317975" cy="14800"/>
            </a:xfrm>
            <a:custGeom>
              <a:avLst/>
              <a:gdLst/>
              <a:ahLst/>
              <a:cxnLst/>
              <a:rect l="l" t="t" r="r" b="b"/>
              <a:pathLst>
                <a:path w="12719" h="592" extrusionOk="0">
                  <a:moveTo>
                    <a:pt x="297" y="0"/>
                  </a:moveTo>
                  <a:cubicBezTo>
                    <a:pt x="112" y="0"/>
                    <a:pt x="1" y="111"/>
                    <a:pt x="1" y="296"/>
                  </a:cubicBezTo>
                  <a:cubicBezTo>
                    <a:pt x="1" y="481"/>
                    <a:pt x="112" y="592"/>
                    <a:pt x="297" y="592"/>
                  </a:cubicBezTo>
                  <a:lnTo>
                    <a:pt x="12423" y="592"/>
                  </a:lnTo>
                  <a:cubicBezTo>
                    <a:pt x="12608" y="592"/>
                    <a:pt x="12719" y="481"/>
                    <a:pt x="12719" y="296"/>
                  </a:cubicBezTo>
                  <a:cubicBezTo>
                    <a:pt x="12719" y="111"/>
                    <a:pt x="12608" y="0"/>
                    <a:pt x="124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37">
              <a:extLst>
                <a:ext uri="{FF2B5EF4-FFF2-40B4-BE49-F238E27FC236}">
                  <a16:creationId xmlns:a16="http://schemas.microsoft.com/office/drawing/2014/main" id="{385370EA-D7DB-EE4C-04BA-1A6AAEE1C969}"/>
                </a:ext>
              </a:extLst>
            </p:cNvPr>
            <p:cNvSpPr/>
            <p:nvPr/>
          </p:nvSpPr>
          <p:spPr>
            <a:xfrm>
              <a:off x="2163400" y="3753100"/>
              <a:ext cx="949250" cy="949250"/>
            </a:xfrm>
            <a:custGeom>
              <a:avLst/>
              <a:gdLst/>
              <a:ahLst/>
              <a:cxnLst/>
              <a:rect l="l" t="t" r="r" b="b"/>
              <a:pathLst>
                <a:path w="37970" h="37970" extrusionOk="0">
                  <a:moveTo>
                    <a:pt x="19003" y="1"/>
                  </a:moveTo>
                  <a:cubicBezTo>
                    <a:pt x="8504" y="1"/>
                    <a:pt x="0" y="8504"/>
                    <a:pt x="0" y="19004"/>
                  </a:cubicBezTo>
                  <a:cubicBezTo>
                    <a:pt x="0" y="29466"/>
                    <a:pt x="8504" y="37970"/>
                    <a:pt x="19003" y="37970"/>
                  </a:cubicBezTo>
                  <a:cubicBezTo>
                    <a:pt x="29466" y="37970"/>
                    <a:pt x="37969" y="29466"/>
                    <a:pt x="37969" y="19004"/>
                  </a:cubicBezTo>
                  <a:cubicBezTo>
                    <a:pt x="37969" y="8504"/>
                    <a:pt x="29466" y="1"/>
                    <a:pt x="19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37">
              <a:extLst>
                <a:ext uri="{FF2B5EF4-FFF2-40B4-BE49-F238E27FC236}">
                  <a16:creationId xmlns:a16="http://schemas.microsoft.com/office/drawing/2014/main" id="{D71FD854-777F-6926-AC42-4B22026D9FC6}"/>
                </a:ext>
              </a:extLst>
            </p:cNvPr>
            <p:cNvSpPr/>
            <p:nvPr/>
          </p:nvSpPr>
          <p:spPr>
            <a:xfrm>
              <a:off x="2155075" y="3744775"/>
              <a:ext cx="965875" cy="965900"/>
            </a:xfrm>
            <a:custGeom>
              <a:avLst/>
              <a:gdLst/>
              <a:ahLst/>
              <a:cxnLst/>
              <a:rect l="l" t="t" r="r" b="b"/>
              <a:pathLst>
                <a:path w="38635" h="38636" extrusionOk="0">
                  <a:moveTo>
                    <a:pt x="19336" y="629"/>
                  </a:moveTo>
                  <a:cubicBezTo>
                    <a:pt x="24475" y="629"/>
                    <a:pt x="29133" y="2737"/>
                    <a:pt x="32535" y="6101"/>
                  </a:cubicBezTo>
                  <a:cubicBezTo>
                    <a:pt x="35899" y="9502"/>
                    <a:pt x="38006" y="14161"/>
                    <a:pt x="38006" y="19337"/>
                  </a:cubicBezTo>
                  <a:cubicBezTo>
                    <a:pt x="38006" y="24476"/>
                    <a:pt x="35899" y="29171"/>
                    <a:pt x="32535" y="32535"/>
                  </a:cubicBezTo>
                  <a:cubicBezTo>
                    <a:pt x="29133" y="35936"/>
                    <a:pt x="24475" y="38007"/>
                    <a:pt x="19336" y="38007"/>
                  </a:cubicBezTo>
                  <a:cubicBezTo>
                    <a:pt x="14160" y="38007"/>
                    <a:pt x="9502" y="35936"/>
                    <a:pt x="6101" y="32535"/>
                  </a:cubicBezTo>
                  <a:cubicBezTo>
                    <a:pt x="2736" y="29171"/>
                    <a:pt x="629" y="24476"/>
                    <a:pt x="629" y="19337"/>
                  </a:cubicBezTo>
                  <a:cubicBezTo>
                    <a:pt x="629" y="14161"/>
                    <a:pt x="2736" y="9502"/>
                    <a:pt x="6101" y="6101"/>
                  </a:cubicBezTo>
                  <a:cubicBezTo>
                    <a:pt x="9502" y="2737"/>
                    <a:pt x="14160" y="629"/>
                    <a:pt x="19336" y="629"/>
                  </a:cubicBezTo>
                  <a:close/>
                  <a:moveTo>
                    <a:pt x="19336" y="1"/>
                  </a:moveTo>
                  <a:cubicBezTo>
                    <a:pt x="8652" y="1"/>
                    <a:pt x="1" y="8652"/>
                    <a:pt x="1" y="19337"/>
                  </a:cubicBezTo>
                  <a:cubicBezTo>
                    <a:pt x="1" y="29984"/>
                    <a:pt x="8652" y="38635"/>
                    <a:pt x="19336" y="38635"/>
                  </a:cubicBezTo>
                  <a:cubicBezTo>
                    <a:pt x="29984" y="38635"/>
                    <a:pt x="38635" y="29984"/>
                    <a:pt x="38635" y="19337"/>
                  </a:cubicBezTo>
                  <a:cubicBezTo>
                    <a:pt x="38635" y="8652"/>
                    <a:pt x="29984" y="1"/>
                    <a:pt x="193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7">
              <a:extLst>
                <a:ext uri="{FF2B5EF4-FFF2-40B4-BE49-F238E27FC236}">
                  <a16:creationId xmlns:a16="http://schemas.microsoft.com/office/drawing/2014/main" id="{2D183100-9B02-F390-8DF8-DBE8E318FB89}"/>
                </a:ext>
              </a:extLst>
            </p:cNvPr>
            <p:cNvSpPr/>
            <p:nvPr/>
          </p:nvSpPr>
          <p:spPr>
            <a:xfrm>
              <a:off x="2283550" y="3873250"/>
              <a:ext cx="708950" cy="708950"/>
            </a:xfrm>
            <a:custGeom>
              <a:avLst/>
              <a:gdLst/>
              <a:ahLst/>
              <a:cxnLst/>
              <a:rect l="l" t="t" r="r" b="b"/>
              <a:pathLst>
                <a:path w="28358" h="28358" extrusionOk="0">
                  <a:moveTo>
                    <a:pt x="14197" y="1"/>
                  </a:moveTo>
                  <a:cubicBezTo>
                    <a:pt x="6360" y="1"/>
                    <a:pt x="1" y="6360"/>
                    <a:pt x="1" y="14198"/>
                  </a:cubicBezTo>
                  <a:cubicBezTo>
                    <a:pt x="1" y="22035"/>
                    <a:pt x="6360" y="28357"/>
                    <a:pt x="14197" y="28357"/>
                  </a:cubicBezTo>
                  <a:cubicBezTo>
                    <a:pt x="22035" y="28357"/>
                    <a:pt x="28357" y="22035"/>
                    <a:pt x="28357" y="14198"/>
                  </a:cubicBezTo>
                  <a:cubicBezTo>
                    <a:pt x="28357" y="6360"/>
                    <a:pt x="22035" y="1"/>
                    <a:pt x="14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7">
              <a:extLst>
                <a:ext uri="{FF2B5EF4-FFF2-40B4-BE49-F238E27FC236}">
                  <a16:creationId xmlns:a16="http://schemas.microsoft.com/office/drawing/2014/main" id="{26166379-323A-A0AF-6F0D-39DE199BF98D}"/>
                </a:ext>
              </a:extLst>
            </p:cNvPr>
            <p:cNvSpPr/>
            <p:nvPr/>
          </p:nvSpPr>
          <p:spPr>
            <a:xfrm>
              <a:off x="2275225" y="3864950"/>
              <a:ext cx="725575" cy="725575"/>
            </a:xfrm>
            <a:custGeom>
              <a:avLst/>
              <a:gdLst/>
              <a:ahLst/>
              <a:cxnLst/>
              <a:rect l="l" t="t" r="r" b="b"/>
              <a:pathLst>
                <a:path w="29023" h="29023" extrusionOk="0">
                  <a:moveTo>
                    <a:pt x="14530" y="629"/>
                  </a:moveTo>
                  <a:cubicBezTo>
                    <a:pt x="18338" y="629"/>
                    <a:pt x="21813" y="2181"/>
                    <a:pt x="24327" y="4695"/>
                  </a:cubicBezTo>
                  <a:cubicBezTo>
                    <a:pt x="26841" y="7209"/>
                    <a:pt x="28394" y="10685"/>
                    <a:pt x="28394" y="14530"/>
                  </a:cubicBezTo>
                  <a:cubicBezTo>
                    <a:pt x="28394" y="18338"/>
                    <a:pt x="26841" y="21813"/>
                    <a:pt x="24327" y="24327"/>
                  </a:cubicBezTo>
                  <a:cubicBezTo>
                    <a:pt x="21813" y="26841"/>
                    <a:pt x="18338" y="28394"/>
                    <a:pt x="14530" y="28394"/>
                  </a:cubicBezTo>
                  <a:cubicBezTo>
                    <a:pt x="10685" y="28394"/>
                    <a:pt x="7210" y="26841"/>
                    <a:pt x="4696" y="24327"/>
                  </a:cubicBezTo>
                  <a:cubicBezTo>
                    <a:pt x="2182" y="21813"/>
                    <a:pt x="629" y="18338"/>
                    <a:pt x="629" y="14530"/>
                  </a:cubicBezTo>
                  <a:cubicBezTo>
                    <a:pt x="629" y="10685"/>
                    <a:pt x="2182" y="7209"/>
                    <a:pt x="4696" y="4695"/>
                  </a:cubicBezTo>
                  <a:cubicBezTo>
                    <a:pt x="7210" y="2181"/>
                    <a:pt x="10685" y="629"/>
                    <a:pt x="14530" y="629"/>
                  </a:cubicBezTo>
                  <a:close/>
                  <a:moveTo>
                    <a:pt x="14530" y="0"/>
                  </a:moveTo>
                  <a:cubicBezTo>
                    <a:pt x="6508" y="0"/>
                    <a:pt x="1" y="6507"/>
                    <a:pt x="1" y="14530"/>
                  </a:cubicBezTo>
                  <a:cubicBezTo>
                    <a:pt x="1" y="22515"/>
                    <a:pt x="6508" y="29022"/>
                    <a:pt x="14530" y="29022"/>
                  </a:cubicBezTo>
                  <a:cubicBezTo>
                    <a:pt x="22516" y="29022"/>
                    <a:pt x="29023" y="22515"/>
                    <a:pt x="29023" y="14530"/>
                  </a:cubicBezTo>
                  <a:cubicBezTo>
                    <a:pt x="29023" y="6507"/>
                    <a:pt x="22516" y="0"/>
                    <a:pt x="14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7">
              <a:extLst>
                <a:ext uri="{FF2B5EF4-FFF2-40B4-BE49-F238E27FC236}">
                  <a16:creationId xmlns:a16="http://schemas.microsoft.com/office/drawing/2014/main" id="{D4065E1E-D04A-BF03-BC80-4DC63F61B701}"/>
                </a:ext>
              </a:extLst>
            </p:cNvPr>
            <p:cNvSpPr/>
            <p:nvPr/>
          </p:nvSpPr>
          <p:spPr>
            <a:xfrm>
              <a:off x="2413875" y="4003575"/>
              <a:ext cx="448300" cy="448300"/>
            </a:xfrm>
            <a:custGeom>
              <a:avLst/>
              <a:gdLst/>
              <a:ahLst/>
              <a:cxnLst/>
              <a:rect l="l" t="t" r="r" b="b"/>
              <a:pathLst>
                <a:path w="17932" h="17932" extrusionOk="0">
                  <a:moveTo>
                    <a:pt x="8984" y="1"/>
                  </a:moveTo>
                  <a:cubicBezTo>
                    <a:pt x="4030" y="1"/>
                    <a:pt x="0" y="4030"/>
                    <a:pt x="0" y="8985"/>
                  </a:cubicBezTo>
                  <a:cubicBezTo>
                    <a:pt x="0" y="13902"/>
                    <a:pt x="4030" y="17931"/>
                    <a:pt x="8984" y="17931"/>
                  </a:cubicBezTo>
                  <a:cubicBezTo>
                    <a:pt x="13901" y="17931"/>
                    <a:pt x="17931" y="13902"/>
                    <a:pt x="17931" y="8985"/>
                  </a:cubicBezTo>
                  <a:cubicBezTo>
                    <a:pt x="17931" y="4030"/>
                    <a:pt x="13901" y="1"/>
                    <a:pt x="89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7">
              <a:extLst>
                <a:ext uri="{FF2B5EF4-FFF2-40B4-BE49-F238E27FC236}">
                  <a16:creationId xmlns:a16="http://schemas.microsoft.com/office/drawing/2014/main" id="{EAD30D44-19BD-2948-8D29-0FDEA80FA480}"/>
                </a:ext>
              </a:extLst>
            </p:cNvPr>
            <p:cNvSpPr/>
            <p:nvPr/>
          </p:nvSpPr>
          <p:spPr>
            <a:xfrm>
              <a:off x="2406475" y="3996175"/>
              <a:ext cx="463075" cy="463100"/>
            </a:xfrm>
            <a:custGeom>
              <a:avLst/>
              <a:gdLst/>
              <a:ahLst/>
              <a:cxnLst/>
              <a:rect l="l" t="t" r="r" b="b"/>
              <a:pathLst>
                <a:path w="18523" h="18524" extrusionOk="0">
                  <a:moveTo>
                    <a:pt x="9280" y="592"/>
                  </a:moveTo>
                  <a:cubicBezTo>
                    <a:pt x="11646" y="592"/>
                    <a:pt x="13828" y="1591"/>
                    <a:pt x="15380" y="3143"/>
                  </a:cubicBezTo>
                  <a:cubicBezTo>
                    <a:pt x="16933" y="4696"/>
                    <a:pt x="17931" y="6877"/>
                    <a:pt x="17931" y="9281"/>
                  </a:cubicBezTo>
                  <a:cubicBezTo>
                    <a:pt x="17931" y="11647"/>
                    <a:pt x="16933" y="13828"/>
                    <a:pt x="15380" y="15381"/>
                  </a:cubicBezTo>
                  <a:cubicBezTo>
                    <a:pt x="13828" y="16934"/>
                    <a:pt x="11646" y="17932"/>
                    <a:pt x="9280" y="17932"/>
                  </a:cubicBezTo>
                  <a:cubicBezTo>
                    <a:pt x="6877" y="17932"/>
                    <a:pt x="4696" y="16934"/>
                    <a:pt x="3143" y="15381"/>
                  </a:cubicBezTo>
                  <a:cubicBezTo>
                    <a:pt x="1590" y="13828"/>
                    <a:pt x="592" y="11647"/>
                    <a:pt x="592" y="9281"/>
                  </a:cubicBezTo>
                  <a:cubicBezTo>
                    <a:pt x="592" y="6877"/>
                    <a:pt x="1590" y="4696"/>
                    <a:pt x="3143" y="3143"/>
                  </a:cubicBezTo>
                  <a:cubicBezTo>
                    <a:pt x="4696" y="1591"/>
                    <a:pt x="6877" y="592"/>
                    <a:pt x="9280" y="592"/>
                  </a:cubicBezTo>
                  <a:close/>
                  <a:moveTo>
                    <a:pt x="9280" y="1"/>
                  </a:moveTo>
                  <a:cubicBezTo>
                    <a:pt x="4141" y="1"/>
                    <a:pt x="1" y="4142"/>
                    <a:pt x="1" y="9281"/>
                  </a:cubicBezTo>
                  <a:cubicBezTo>
                    <a:pt x="1" y="14383"/>
                    <a:pt x="4141" y="18523"/>
                    <a:pt x="9280" y="18523"/>
                  </a:cubicBezTo>
                  <a:cubicBezTo>
                    <a:pt x="14382" y="18523"/>
                    <a:pt x="18523" y="14383"/>
                    <a:pt x="18523" y="9281"/>
                  </a:cubicBezTo>
                  <a:cubicBezTo>
                    <a:pt x="18523" y="4142"/>
                    <a:pt x="14382" y="1"/>
                    <a:pt x="9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7">
              <a:extLst>
                <a:ext uri="{FF2B5EF4-FFF2-40B4-BE49-F238E27FC236}">
                  <a16:creationId xmlns:a16="http://schemas.microsoft.com/office/drawing/2014/main" id="{819A0715-515F-5511-AFB2-40F1CBEDF55B}"/>
                </a:ext>
              </a:extLst>
            </p:cNvPr>
            <p:cNvSpPr/>
            <p:nvPr/>
          </p:nvSpPr>
          <p:spPr>
            <a:xfrm>
              <a:off x="1636575" y="3993425"/>
              <a:ext cx="469550" cy="468625"/>
            </a:xfrm>
            <a:custGeom>
              <a:avLst/>
              <a:gdLst/>
              <a:ahLst/>
              <a:cxnLst/>
              <a:rect l="l" t="t" r="r" b="b"/>
              <a:pathLst>
                <a:path w="18782" h="18745" extrusionOk="0">
                  <a:moveTo>
                    <a:pt x="9391" y="0"/>
                  </a:moveTo>
                  <a:cubicBezTo>
                    <a:pt x="4215" y="0"/>
                    <a:pt x="0" y="4178"/>
                    <a:pt x="0" y="9391"/>
                  </a:cubicBezTo>
                  <a:cubicBezTo>
                    <a:pt x="0" y="14566"/>
                    <a:pt x="4215" y="18744"/>
                    <a:pt x="9391" y="18744"/>
                  </a:cubicBezTo>
                  <a:cubicBezTo>
                    <a:pt x="14567" y="18744"/>
                    <a:pt x="18781" y="14566"/>
                    <a:pt x="18781" y="9391"/>
                  </a:cubicBezTo>
                  <a:cubicBezTo>
                    <a:pt x="18781" y="4178"/>
                    <a:pt x="14567" y="0"/>
                    <a:pt x="93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7">
              <a:extLst>
                <a:ext uri="{FF2B5EF4-FFF2-40B4-BE49-F238E27FC236}">
                  <a16:creationId xmlns:a16="http://schemas.microsoft.com/office/drawing/2014/main" id="{F783BDBD-1EC8-FE56-99A1-2997FDBD5C03}"/>
                </a:ext>
              </a:extLst>
            </p:cNvPr>
            <p:cNvSpPr/>
            <p:nvPr/>
          </p:nvSpPr>
          <p:spPr>
            <a:xfrm>
              <a:off x="1629175" y="3985100"/>
              <a:ext cx="484325" cy="485250"/>
            </a:xfrm>
            <a:custGeom>
              <a:avLst/>
              <a:gdLst/>
              <a:ahLst/>
              <a:cxnLst/>
              <a:rect l="l" t="t" r="r" b="b"/>
              <a:pathLst>
                <a:path w="19373" h="19410" extrusionOk="0">
                  <a:moveTo>
                    <a:pt x="9687" y="629"/>
                  </a:moveTo>
                  <a:cubicBezTo>
                    <a:pt x="12201" y="629"/>
                    <a:pt x="14456" y="1664"/>
                    <a:pt x="16120" y="3291"/>
                  </a:cubicBezTo>
                  <a:cubicBezTo>
                    <a:pt x="17746" y="4917"/>
                    <a:pt x="18744" y="7210"/>
                    <a:pt x="18744" y="9724"/>
                  </a:cubicBezTo>
                  <a:cubicBezTo>
                    <a:pt x="18744" y="12201"/>
                    <a:pt x="17746" y="14493"/>
                    <a:pt x="16120" y="16120"/>
                  </a:cubicBezTo>
                  <a:cubicBezTo>
                    <a:pt x="14456" y="17783"/>
                    <a:pt x="12201" y="18781"/>
                    <a:pt x="9687" y="18781"/>
                  </a:cubicBezTo>
                  <a:cubicBezTo>
                    <a:pt x="7173" y="18781"/>
                    <a:pt x="4917" y="17783"/>
                    <a:pt x="3254" y="16120"/>
                  </a:cubicBezTo>
                  <a:cubicBezTo>
                    <a:pt x="1627" y="14493"/>
                    <a:pt x="592" y="12201"/>
                    <a:pt x="592" y="9724"/>
                  </a:cubicBezTo>
                  <a:cubicBezTo>
                    <a:pt x="592" y="7210"/>
                    <a:pt x="1627" y="4917"/>
                    <a:pt x="3254" y="3291"/>
                  </a:cubicBezTo>
                  <a:cubicBezTo>
                    <a:pt x="4917" y="1664"/>
                    <a:pt x="7173" y="629"/>
                    <a:pt x="9687" y="629"/>
                  </a:cubicBezTo>
                  <a:close/>
                  <a:moveTo>
                    <a:pt x="9687" y="0"/>
                  </a:moveTo>
                  <a:cubicBezTo>
                    <a:pt x="4326" y="0"/>
                    <a:pt x="0" y="4363"/>
                    <a:pt x="0" y="9724"/>
                  </a:cubicBezTo>
                  <a:cubicBezTo>
                    <a:pt x="0" y="15047"/>
                    <a:pt x="4326" y="19410"/>
                    <a:pt x="9687" y="19410"/>
                  </a:cubicBezTo>
                  <a:cubicBezTo>
                    <a:pt x="15047" y="19410"/>
                    <a:pt x="19373" y="15047"/>
                    <a:pt x="19373" y="9724"/>
                  </a:cubicBezTo>
                  <a:cubicBezTo>
                    <a:pt x="19373" y="4363"/>
                    <a:pt x="15047" y="0"/>
                    <a:pt x="9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7">
              <a:extLst>
                <a:ext uri="{FF2B5EF4-FFF2-40B4-BE49-F238E27FC236}">
                  <a16:creationId xmlns:a16="http://schemas.microsoft.com/office/drawing/2014/main" id="{F07711BA-86F0-A8E0-C391-A1E5F8BC46EF}"/>
                </a:ext>
              </a:extLst>
            </p:cNvPr>
            <p:cNvSpPr/>
            <p:nvPr/>
          </p:nvSpPr>
          <p:spPr>
            <a:xfrm>
              <a:off x="1740075" y="4096925"/>
              <a:ext cx="262525" cy="262525"/>
            </a:xfrm>
            <a:custGeom>
              <a:avLst/>
              <a:gdLst/>
              <a:ahLst/>
              <a:cxnLst/>
              <a:rect l="l" t="t" r="r" b="b"/>
              <a:pathLst>
                <a:path w="10501" h="10501" extrusionOk="0">
                  <a:moveTo>
                    <a:pt x="5251" y="1"/>
                  </a:moveTo>
                  <a:cubicBezTo>
                    <a:pt x="2367" y="1"/>
                    <a:pt x="1" y="2330"/>
                    <a:pt x="1" y="5251"/>
                  </a:cubicBezTo>
                  <a:cubicBezTo>
                    <a:pt x="1" y="8134"/>
                    <a:pt x="2367" y="10500"/>
                    <a:pt x="5251" y="10500"/>
                  </a:cubicBezTo>
                  <a:cubicBezTo>
                    <a:pt x="8134" y="10500"/>
                    <a:pt x="10501" y="8134"/>
                    <a:pt x="10501" y="5251"/>
                  </a:cubicBezTo>
                  <a:cubicBezTo>
                    <a:pt x="10501" y="2330"/>
                    <a:pt x="8134" y="1"/>
                    <a:pt x="525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7">
              <a:extLst>
                <a:ext uri="{FF2B5EF4-FFF2-40B4-BE49-F238E27FC236}">
                  <a16:creationId xmlns:a16="http://schemas.microsoft.com/office/drawing/2014/main" id="{D9FB429A-BAF8-584C-5FA2-FD5826F77027}"/>
                </a:ext>
              </a:extLst>
            </p:cNvPr>
            <p:cNvSpPr/>
            <p:nvPr/>
          </p:nvSpPr>
          <p:spPr>
            <a:xfrm>
              <a:off x="1732700" y="4088600"/>
              <a:ext cx="277300" cy="278250"/>
            </a:xfrm>
            <a:custGeom>
              <a:avLst/>
              <a:gdLst/>
              <a:ahLst/>
              <a:cxnLst/>
              <a:rect l="l" t="t" r="r" b="b"/>
              <a:pathLst>
                <a:path w="11092" h="11130" extrusionOk="0">
                  <a:moveTo>
                    <a:pt x="5546" y="629"/>
                  </a:moveTo>
                  <a:cubicBezTo>
                    <a:pt x="6914" y="629"/>
                    <a:pt x="8134" y="1184"/>
                    <a:pt x="9021" y="2071"/>
                  </a:cubicBezTo>
                  <a:cubicBezTo>
                    <a:pt x="9945" y="2959"/>
                    <a:pt x="10500" y="4216"/>
                    <a:pt x="10500" y="5584"/>
                  </a:cubicBezTo>
                  <a:cubicBezTo>
                    <a:pt x="10500" y="6915"/>
                    <a:pt x="9945" y="8172"/>
                    <a:pt x="9021" y="9059"/>
                  </a:cubicBezTo>
                  <a:cubicBezTo>
                    <a:pt x="8134" y="9946"/>
                    <a:pt x="6914" y="10501"/>
                    <a:pt x="5546" y="10501"/>
                  </a:cubicBezTo>
                  <a:cubicBezTo>
                    <a:pt x="4178" y="10501"/>
                    <a:pt x="2958" y="9946"/>
                    <a:pt x="2033" y="9059"/>
                  </a:cubicBezTo>
                  <a:cubicBezTo>
                    <a:pt x="1146" y="8172"/>
                    <a:pt x="592" y="6915"/>
                    <a:pt x="592" y="5584"/>
                  </a:cubicBezTo>
                  <a:cubicBezTo>
                    <a:pt x="592" y="4216"/>
                    <a:pt x="1146" y="2959"/>
                    <a:pt x="2033" y="2071"/>
                  </a:cubicBezTo>
                  <a:cubicBezTo>
                    <a:pt x="2958" y="1184"/>
                    <a:pt x="4178" y="629"/>
                    <a:pt x="5546" y="629"/>
                  </a:cubicBezTo>
                  <a:close/>
                  <a:moveTo>
                    <a:pt x="5546" y="1"/>
                  </a:moveTo>
                  <a:cubicBezTo>
                    <a:pt x="2477" y="1"/>
                    <a:pt x="0" y="2515"/>
                    <a:pt x="0" y="5584"/>
                  </a:cubicBezTo>
                  <a:cubicBezTo>
                    <a:pt x="0" y="8652"/>
                    <a:pt x="2477" y="11129"/>
                    <a:pt x="5546" y="11129"/>
                  </a:cubicBezTo>
                  <a:cubicBezTo>
                    <a:pt x="8614" y="11129"/>
                    <a:pt x="11091" y="8652"/>
                    <a:pt x="11091" y="5584"/>
                  </a:cubicBezTo>
                  <a:cubicBezTo>
                    <a:pt x="11091" y="2515"/>
                    <a:pt x="8614" y="1"/>
                    <a:pt x="5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7">
              <a:extLst>
                <a:ext uri="{FF2B5EF4-FFF2-40B4-BE49-F238E27FC236}">
                  <a16:creationId xmlns:a16="http://schemas.microsoft.com/office/drawing/2014/main" id="{7C5D372D-1906-5C0C-1391-7155338E5C56}"/>
                </a:ext>
              </a:extLst>
            </p:cNvPr>
            <p:cNvSpPr/>
            <p:nvPr/>
          </p:nvSpPr>
          <p:spPr>
            <a:xfrm>
              <a:off x="1304750" y="4090450"/>
              <a:ext cx="274525" cy="274550"/>
            </a:xfrm>
            <a:custGeom>
              <a:avLst/>
              <a:gdLst/>
              <a:ahLst/>
              <a:cxnLst/>
              <a:rect l="l" t="t" r="r" b="b"/>
              <a:pathLst>
                <a:path w="10981" h="10982" extrusionOk="0">
                  <a:moveTo>
                    <a:pt x="5509" y="1"/>
                  </a:moveTo>
                  <a:cubicBezTo>
                    <a:pt x="2478" y="1"/>
                    <a:pt x="1" y="2478"/>
                    <a:pt x="1" y="5510"/>
                  </a:cubicBezTo>
                  <a:cubicBezTo>
                    <a:pt x="1" y="8541"/>
                    <a:pt x="2478" y="10981"/>
                    <a:pt x="5509" y="10981"/>
                  </a:cubicBezTo>
                  <a:cubicBezTo>
                    <a:pt x="8541" y="10981"/>
                    <a:pt x="10981" y="8541"/>
                    <a:pt x="10981" y="5510"/>
                  </a:cubicBezTo>
                  <a:cubicBezTo>
                    <a:pt x="10981" y="2478"/>
                    <a:pt x="8541" y="1"/>
                    <a:pt x="5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7">
              <a:extLst>
                <a:ext uri="{FF2B5EF4-FFF2-40B4-BE49-F238E27FC236}">
                  <a16:creationId xmlns:a16="http://schemas.microsoft.com/office/drawing/2014/main" id="{5BA0E91F-4960-6FC6-F6CE-77D19C585394}"/>
                </a:ext>
              </a:extLst>
            </p:cNvPr>
            <p:cNvSpPr/>
            <p:nvPr/>
          </p:nvSpPr>
          <p:spPr>
            <a:xfrm>
              <a:off x="1297350" y="4083075"/>
              <a:ext cx="290250" cy="289300"/>
            </a:xfrm>
            <a:custGeom>
              <a:avLst/>
              <a:gdLst/>
              <a:ahLst/>
              <a:cxnLst/>
              <a:rect l="l" t="t" r="r" b="b"/>
              <a:pathLst>
                <a:path w="11610" h="11572" extrusionOk="0">
                  <a:moveTo>
                    <a:pt x="5805" y="592"/>
                  </a:moveTo>
                  <a:cubicBezTo>
                    <a:pt x="7210" y="592"/>
                    <a:pt x="8504" y="1183"/>
                    <a:pt x="9465" y="2108"/>
                  </a:cubicBezTo>
                  <a:cubicBezTo>
                    <a:pt x="10390" y="3069"/>
                    <a:pt x="10981" y="4363"/>
                    <a:pt x="10981" y="5805"/>
                  </a:cubicBezTo>
                  <a:cubicBezTo>
                    <a:pt x="10981" y="7209"/>
                    <a:pt x="10390" y="8503"/>
                    <a:pt x="9465" y="9465"/>
                  </a:cubicBezTo>
                  <a:cubicBezTo>
                    <a:pt x="8504" y="10389"/>
                    <a:pt x="7210" y="10980"/>
                    <a:pt x="5805" y="10980"/>
                  </a:cubicBezTo>
                  <a:cubicBezTo>
                    <a:pt x="4363" y="10980"/>
                    <a:pt x="3070" y="10389"/>
                    <a:pt x="2108" y="9465"/>
                  </a:cubicBezTo>
                  <a:cubicBezTo>
                    <a:pt x="1184" y="8503"/>
                    <a:pt x="592" y="7209"/>
                    <a:pt x="592" y="5805"/>
                  </a:cubicBezTo>
                  <a:cubicBezTo>
                    <a:pt x="592" y="4363"/>
                    <a:pt x="1184" y="3069"/>
                    <a:pt x="2108" y="2108"/>
                  </a:cubicBezTo>
                  <a:cubicBezTo>
                    <a:pt x="3070" y="1183"/>
                    <a:pt x="4363" y="592"/>
                    <a:pt x="5805" y="592"/>
                  </a:cubicBezTo>
                  <a:close/>
                  <a:moveTo>
                    <a:pt x="5805" y="0"/>
                  </a:moveTo>
                  <a:cubicBezTo>
                    <a:pt x="2589" y="0"/>
                    <a:pt x="1" y="2588"/>
                    <a:pt x="1" y="5805"/>
                  </a:cubicBezTo>
                  <a:cubicBezTo>
                    <a:pt x="1" y="8984"/>
                    <a:pt x="2589" y="11572"/>
                    <a:pt x="5805" y="11572"/>
                  </a:cubicBezTo>
                  <a:cubicBezTo>
                    <a:pt x="8985" y="11572"/>
                    <a:pt x="11610" y="8984"/>
                    <a:pt x="11610" y="5805"/>
                  </a:cubicBezTo>
                  <a:cubicBezTo>
                    <a:pt x="11610" y="2588"/>
                    <a:pt x="8985" y="0"/>
                    <a:pt x="58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7">
              <a:extLst>
                <a:ext uri="{FF2B5EF4-FFF2-40B4-BE49-F238E27FC236}">
                  <a16:creationId xmlns:a16="http://schemas.microsoft.com/office/drawing/2014/main" id="{150BEE22-0B60-6BF7-2C19-5F2EEBFBDF92}"/>
                </a:ext>
              </a:extLst>
            </p:cNvPr>
            <p:cNvSpPr/>
            <p:nvPr/>
          </p:nvSpPr>
          <p:spPr>
            <a:xfrm>
              <a:off x="1364825" y="4150550"/>
              <a:ext cx="154375" cy="154375"/>
            </a:xfrm>
            <a:custGeom>
              <a:avLst/>
              <a:gdLst/>
              <a:ahLst/>
              <a:cxnLst/>
              <a:rect l="l" t="t" r="r" b="b"/>
              <a:pathLst>
                <a:path w="6175" h="6175" extrusionOk="0">
                  <a:moveTo>
                    <a:pt x="3106" y="0"/>
                  </a:moveTo>
                  <a:cubicBezTo>
                    <a:pt x="1406" y="0"/>
                    <a:pt x="1" y="1405"/>
                    <a:pt x="1" y="3106"/>
                  </a:cubicBezTo>
                  <a:cubicBezTo>
                    <a:pt x="1" y="4806"/>
                    <a:pt x="1406" y="6174"/>
                    <a:pt x="3106" y="6174"/>
                  </a:cubicBezTo>
                  <a:cubicBezTo>
                    <a:pt x="4807" y="6174"/>
                    <a:pt x="6175" y="4806"/>
                    <a:pt x="6175" y="3106"/>
                  </a:cubicBezTo>
                  <a:cubicBezTo>
                    <a:pt x="6175" y="1405"/>
                    <a:pt x="4807" y="0"/>
                    <a:pt x="31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7">
              <a:extLst>
                <a:ext uri="{FF2B5EF4-FFF2-40B4-BE49-F238E27FC236}">
                  <a16:creationId xmlns:a16="http://schemas.microsoft.com/office/drawing/2014/main" id="{4699B9C3-AAC5-C498-E3A2-EEAB1BBE6A5F}"/>
                </a:ext>
              </a:extLst>
            </p:cNvPr>
            <p:cNvSpPr/>
            <p:nvPr/>
          </p:nvSpPr>
          <p:spPr>
            <a:xfrm>
              <a:off x="1357450" y="4143150"/>
              <a:ext cx="169150" cy="169150"/>
            </a:xfrm>
            <a:custGeom>
              <a:avLst/>
              <a:gdLst/>
              <a:ahLst/>
              <a:cxnLst/>
              <a:rect l="l" t="t" r="r" b="b"/>
              <a:pathLst>
                <a:path w="6766" h="6766" extrusionOk="0">
                  <a:moveTo>
                    <a:pt x="3401" y="629"/>
                  </a:moveTo>
                  <a:cubicBezTo>
                    <a:pt x="4141" y="629"/>
                    <a:pt x="4843" y="925"/>
                    <a:pt x="5361" y="1442"/>
                  </a:cubicBezTo>
                  <a:cubicBezTo>
                    <a:pt x="5841" y="1923"/>
                    <a:pt x="6174" y="2625"/>
                    <a:pt x="6174" y="3402"/>
                  </a:cubicBezTo>
                  <a:cubicBezTo>
                    <a:pt x="6174" y="4141"/>
                    <a:pt x="5841" y="4843"/>
                    <a:pt x="5361" y="5361"/>
                  </a:cubicBezTo>
                  <a:cubicBezTo>
                    <a:pt x="4843" y="5842"/>
                    <a:pt x="4141" y="6174"/>
                    <a:pt x="3401" y="6174"/>
                  </a:cubicBezTo>
                  <a:cubicBezTo>
                    <a:pt x="2625" y="6174"/>
                    <a:pt x="1923" y="5842"/>
                    <a:pt x="1442" y="5361"/>
                  </a:cubicBezTo>
                  <a:cubicBezTo>
                    <a:pt x="924" y="4843"/>
                    <a:pt x="629" y="4141"/>
                    <a:pt x="629" y="3402"/>
                  </a:cubicBezTo>
                  <a:cubicBezTo>
                    <a:pt x="629" y="2625"/>
                    <a:pt x="924" y="1923"/>
                    <a:pt x="1442" y="1442"/>
                  </a:cubicBezTo>
                  <a:cubicBezTo>
                    <a:pt x="1923" y="925"/>
                    <a:pt x="2625" y="629"/>
                    <a:pt x="3401" y="629"/>
                  </a:cubicBezTo>
                  <a:close/>
                  <a:moveTo>
                    <a:pt x="3401" y="0"/>
                  </a:moveTo>
                  <a:cubicBezTo>
                    <a:pt x="1516" y="0"/>
                    <a:pt x="0" y="1516"/>
                    <a:pt x="0" y="3402"/>
                  </a:cubicBezTo>
                  <a:cubicBezTo>
                    <a:pt x="0" y="5250"/>
                    <a:pt x="1516" y="6766"/>
                    <a:pt x="3401" y="6766"/>
                  </a:cubicBezTo>
                  <a:cubicBezTo>
                    <a:pt x="5250" y="6766"/>
                    <a:pt x="6766" y="5250"/>
                    <a:pt x="6766" y="3402"/>
                  </a:cubicBezTo>
                  <a:cubicBezTo>
                    <a:pt x="6766" y="1516"/>
                    <a:pt x="5250" y="0"/>
                    <a:pt x="3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37">
              <a:extLst>
                <a:ext uri="{FF2B5EF4-FFF2-40B4-BE49-F238E27FC236}">
                  <a16:creationId xmlns:a16="http://schemas.microsoft.com/office/drawing/2014/main" id="{C40AF97B-EDD9-FC49-C6F7-F330D3CC01F0}"/>
                </a:ext>
              </a:extLst>
            </p:cNvPr>
            <p:cNvSpPr/>
            <p:nvPr/>
          </p:nvSpPr>
          <p:spPr>
            <a:xfrm>
              <a:off x="1150400" y="4228175"/>
              <a:ext cx="1488100" cy="25"/>
            </a:xfrm>
            <a:custGeom>
              <a:avLst/>
              <a:gdLst/>
              <a:ahLst/>
              <a:cxnLst/>
              <a:rect l="l" t="t" r="r" b="b"/>
              <a:pathLst>
                <a:path w="59524" h="1" extrusionOk="0">
                  <a:moveTo>
                    <a:pt x="59523" y="1"/>
                  </a:moveTo>
                  <a:lnTo>
                    <a:pt x="1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37">
              <a:extLst>
                <a:ext uri="{FF2B5EF4-FFF2-40B4-BE49-F238E27FC236}">
                  <a16:creationId xmlns:a16="http://schemas.microsoft.com/office/drawing/2014/main" id="{00203E76-A045-AAA8-BC0B-B8B05CBD112E}"/>
                </a:ext>
              </a:extLst>
            </p:cNvPr>
            <p:cNvSpPr/>
            <p:nvPr/>
          </p:nvSpPr>
          <p:spPr>
            <a:xfrm>
              <a:off x="1143000" y="4219850"/>
              <a:ext cx="1502900" cy="15750"/>
            </a:xfrm>
            <a:custGeom>
              <a:avLst/>
              <a:gdLst/>
              <a:ahLst/>
              <a:cxnLst/>
              <a:rect l="l" t="t" r="r" b="b"/>
              <a:pathLst>
                <a:path w="60116" h="630" extrusionOk="0">
                  <a:moveTo>
                    <a:pt x="297" y="1"/>
                  </a:moveTo>
                  <a:cubicBezTo>
                    <a:pt x="112" y="1"/>
                    <a:pt x="1" y="149"/>
                    <a:pt x="1" y="334"/>
                  </a:cubicBezTo>
                  <a:cubicBezTo>
                    <a:pt x="1" y="481"/>
                    <a:pt x="112" y="629"/>
                    <a:pt x="297" y="629"/>
                  </a:cubicBezTo>
                  <a:lnTo>
                    <a:pt x="59819" y="629"/>
                  </a:lnTo>
                  <a:cubicBezTo>
                    <a:pt x="59967" y="629"/>
                    <a:pt x="60115" y="481"/>
                    <a:pt x="60115" y="334"/>
                  </a:cubicBezTo>
                  <a:cubicBezTo>
                    <a:pt x="60115" y="149"/>
                    <a:pt x="59967" y="1"/>
                    <a:pt x="598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37">
              <a:extLst>
                <a:ext uri="{FF2B5EF4-FFF2-40B4-BE49-F238E27FC236}">
                  <a16:creationId xmlns:a16="http://schemas.microsoft.com/office/drawing/2014/main" id="{83D2D35A-D4C9-0FDD-1100-D8C96502753F}"/>
                </a:ext>
              </a:extLst>
            </p:cNvPr>
            <p:cNvSpPr/>
            <p:nvPr/>
          </p:nvSpPr>
          <p:spPr>
            <a:xfrm>
              <a:off x="2662500" y="939625"/>
              <a:ext cx="943700" cy="739450"/>
            </a:xfrm>
            <a:custGeom>
              <a:avLst/>
              <a:gdLst/>
              <a:ahLst/>
              <a:cxnLst/>
              <a:rect l="l" t="t" r="r" b="b"/>
              <a:pathLst>
                <a:path w="37748" h="29578" extrusionOk="0">
                  <a:moveTo>
                    <a:pt x="1" y="1"/>
                  </a:moveTo>
                  <a:lnTo>
                    <a:pt x="1" y="29577"/>
                  </a:lnTo>
                  <a:lnTo>
                    <a:pt x="3587" y="29577"/>
                  </a:lnTo>
                  <a:cubicBezTo>
                    <a:pt x="5472" y="27507"/>
                    <a:pt x="7653" y="25917"/>
                    <a:pt x="10093" y="24956"/>
                  </a:cubicBezTo>
                  <a:cubicBezTo>
                    <a:pt x="15454" y="22775"/>
                    <a:pt x="20260" y="21998"/>
                    <a:pt x="24623" y="21998"/>
                  </a:cubicBezTo>
                  <a:cubicBezTo>
                    <a:pt x="29503" y="21998"/>
                    <a:pt x="33829" y="22960"/>
                    <a:pt x="37747" y="24106"/>
                  </a:cubicBezTo>
                  <a:lnTo>
                    <a:pt x="377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37">
              <a:extLst>
                <a:ext uri="{FF2B5EF4-FFF2-40B4-BE49-F238E27FC236}">
                  <a16:creationId xmlns:a16="http://schemas.microsoft.com/office/drawing/2014/main" id="{D1D4201F-46B3-6BD3-EEC5-197449AD9445}"/>
                </a:ext>
              </a:extLst>
            </p:cNvPr>
            <p:cNvSpPr/>
            <p:nvPr/>
          </p:nvSpPr>
          <p:spPr>
            <a:xfrm>
              <a:off x="2752150" y="1489575"/>
              <a:ext cx="854050" cy="189500"/>
            </a:xfrm>
            <a:custGeom>
              <a:avLst/>
              <a:gdLst/>
              <a:ahLst/>
              <a:cxnLst/>
              <a:rect l="l" t="t" r="r" b="b"/>
              <a:pathLst>
                <a:path w="34162" h="7580" extrusionOk="0">
                  <a:moveTo>
                    <a:pt x="21037" y="0"/>
                  </a:moveTo>
                  <a:cubicBezTo>
                    <a:pt x="16674" y="0"/>
                    <a:pt x="11868" y="777"/>
                    <a:pt x="6507" y="2958"/>
                  </a:cubicBezTo>
                  <a:cubicBezTo>
                    <a:pt x="4067" y="3919"/>
                    <a:pt x="1886" y="5509"/>
                    <a:pt x="1" y="7579"/>
                  </a:cubicBezTo>
                  <a:lnTo>
                    <a:pt x="34161" y="7579"/>
                  </a:lnTo>
                  <a:lnTo>
                    <a:pt x="34161" y="2108"/>
                  </a:lnTo>
                  <a:cubicBezTo>
                    <a:pt x="30243" y="962"/>
                    <a:pt x="25917" y="0"/>
                    <a:pt x="210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37">
              <a:extLst>
                <a:ext uri="{FF2B5EF4-FFF2-40B4-BE49-F238E27FC236}">
                  <a16:creationId xmlns:a16="http://schemas.microsoft.com/office/drawing/2014/main" id="{0D1EE294-FC1C-7AAA-8D52-535673F488B1}"/>
                </a:ext>
              </a:extLst>
            </p:cNvPr>
            <p:cNvSpPr/>
            <p:nvPr/>
          </p:nvSpPr>
          <p:spPr>
            <a:xfrm>
              <a:off x="2662500" y="1694750"/>
              <a:ext cx="943700" cy="74900"/>
            </a:xfrm>
            <a:custGeom>
              <a:avLst/>
              <a:gdLst/>
              <a:ahLst/>
              <a:cxnLst/>
              <a:rect l="l" t="t" r="r" b="b"/>
              <a:pathLst>
                <a:path w="37748" h="2996" extrusionOk="0">
                  <a:moveTo>
                    <a:pt x="1" y="1"/>
                  </a:moveTo>
                  <a:lnTo>
                    <a:pt x="1" y="2995"/>
                  </a:lnTo>
                  <a:lnTo>
                    <a:pt x="37747" y="2995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7">
              <a:extLst>
                <a:ext uri="{FF2B5EF4-FFF2-40B4-BE49-F238E27FC236}">
                  <a16:creationId xmlns:a16="http://schemas.microsoft.com/office/drawing/2014/main" id="{56EF6FB2-C8F7-8C26-C994-81DF2A707427}"/>
                </a:ext>
              </a:extLst>
            </p:cNvPr>
            <p:cNvSpPr/>
            <p:nvPr/>
          </p:nvSpPr>
          <p:spPr>
            <a:xfrm>
              <a:off x="2662500" y="1679050"/>
              <a:ext cx="943700" cy="15725"/>
            </a:xfrm>
            <a:custGeom>
              <a:avLst/>
              <a:gdLst/>
              <a:ahLst/>
              <a:cxnLst/>
              <a:rect l="l" t="t" r="r" b="b"/>
              <a:pathLst>
                <a:path w="37748" h="629" extrusionOk="0">
                  <a:moveTo>
                    <a:pt x="1" y="0"/>
                  </a:moveTo>
                  <a:lnTo>
                    <a:pt x="1" y="629"/>
                  </a:lnTo>
                  <a:lnTo>
                    <a:pt x="37747" y="629"/>
                  </a:lnTo>
                  <a:lnTo>
                    <a:pt x="3774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7">
              <a:extLst>
                <a:ext uri="{FF2B5EF4-FFF2-40B4-BE49-F238E27FC236}">
                  <a16:creationId xmlns:a16="http://schemas.microsoft.com/office/drawing/2014/main" id="{A43CF7D6-7FB6-267D-22C3-383FE9D56FFD}"/>
                </a:ext>
              </a:extLst>
            </p:cNvPr>
            <p:cNvSpPr/>
            <p:nvPr/>
          </p:nvSpPr>
          <p:spPr>
            <a:xfrm>
              <a:off x="2655100" y="932250"/>
              <a:ext cx="959425" cy="844800"/>
            </a:xfrm>
            <a:custGeom>
              <a:avLst/>
              <a:gdLst/>
              <a:ahLst/>
              <a:cxnLst/>
              <a:rect l="l" t="t" r="r" b="b"/>
              <a:pathLst>
                <a:path w="38377" h="33792" extrusionOk="0">
                  <a:moveTo>
                    <a:pt x="37748" y="629"/>
                  </a:moveTo>
                  <a:lnTo>
                    <a:pt x="37748" y="33200"/>
                  </a:lnTo>
                  <a:lnTo>
                    <a:pt x="592" y="33200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33495"/>
                  </a:lnTo>
                  <a:cubicBezTo>
                    <a:pt x="1" y="33569"/>
                    <a:pt x="1" y="33643"/>
                    <a:pt x="75" y="33717"/>
                  </a:cubicBezTo>
                  <a:cubicBezTo>
                    <a:pt x="149" y="33791"/>
                    <a:pt x="223" y="33791"/>
                    <a:pt x="297" y="33791"/>
                  </a:cubicBezTo>
                  <a:lnTo>
                    <a:pt x="38043" y="33791"/>
                  </a:lnTo>
                  <a:cubicBezTo>
                    <a:pt x="38154" y="33791"/>
                    <a:pt x="38228" y="33791"/>
                    <a:pt x="38265" y="33717"/>
                  </a:cubicBezTo>
                  <a:cubicBezTo>
                    <a:pt x="38339" y="33643"/>
                    <a:pt x="38376" y="33569"/>
                    <a:pt x="38376" y="33495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7">
              <a:extLst>
                <a:ext uri="{FF2B5EF4-FFF2-40B4-BE49-F238E27FC236}">
                  <a16:creationId xmlns:a16="http://schemas.microsoft.com/office/drawing/2014/main" id="{9564FD32-F6EC-F71D-7167-2688E9ED5872}"/>
                </a:ext>
              </a:extLst>
            </p:cNvPr>
            <p:cNvSpPr/>
            <p:nvPr/>
          </p:nvSpPr>
          <p:spPr>
            <a:xfrm>
              <a:off x="2662500" y="939625"/>
              <a:ext cx="943700" cy="141450"/>
            </a:xfrm>
            <a:custGeom>
              <a:avLst/>
              <a:gdLst/>
              <a:ahLst/>
              <a:cxnLst/>
              <a:rect l="l" t="t" r="r" b="b"/>
              <a:pathLst>
                <a:path w="37748" h="5658" extrusionOk="0">
                  <a:moveTo>
                    <a:pt x="1" y="1"/>
                  </a:moveTo>
                  <a:lnTo>
                    <a:pt x="1" y="5657"/>
                  </a:lnTo>
                  <a:lnTo>
                    <a:pt x="37747" y="5657"/>
                  </a:lnTo>
                  <a:lnTo>
                    <a:pt x="3774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7">
              <a:extLst>
                <a:ext uri="{FF2B5EF4-FFF2-40B4-BE49-F238E27FC236}">
                  <a16:creationId xmlns:a16="http://schemas.microsoft.com/office/drawing/2014/main" id="{5B4A5F12-48C9-23EF-D4A1-95AE86A9D5C5}"/>
                </a:ext>
              </a:extLst>
            </p:cNvPr>
            <p:cNvSpPr/>
            <p:nvPr/>
          </p:nvSpPr>
          <p:spPr>
            <a:xfrm>
              <a:off x="2655100" y="932250"/>
              <a:ext cx="959425" cy="156225"/>
            </a:xfrm>
            <a:custGeom>
              <a:avLst/>
              <a:gdLst/>
              <a:ahLst/>
              <a:cxnLst/>
              <a:rect l="l" t="t" r="r" b="b"/>
              <a:pathLst>
                <a:path w="38377" h="6249" extrusionOk="0">
                  <a:moveTo>
                    <a:pt x="37748" y="629"/>
                  </a:moveTo>
                  <a:lnTo>
                    <a:pt x="37748" y="5657"/>
                  </a:lnTo>
                  <a:lnTo>
                    <a:pt x="592" y="5657"/>
                  </a:lnTo>
                  <a:lnTo>
                    <a:pt x="592" y="629"/>
                  </a:lnTo>
                  <a:close/>
                  <a:moveTo>
                    <a:pt x="297" y="0"/>
                  </a:moveTo>
                  <a:cubicBezTo>
                    <a:pt x="223" y="0"/>
                    <a:pt x="149" y="37"/>
                    <a:pt x="75" y="111"/>
                  </a:cubicBezTo>
                  <a:cubicBezTo>
                    <a:pt x="1" y="148"/>
                    <a:pt x="1" y="222"/>
                    <a:pt x="1" y="296"/>
                  </a:cubicBezTo>
                  <a:lnTo>
                    <a:pt x="1" y="5952"/>
                  </a:lnTo>
                  <a:cubicBezTo>
                    <a:pt x="1" y="6026"/>
                    <a:pt x="1" y="6100"/>
                    <a:pt x="75" y="6174"/>
                  </a:cubicBezTo>
                  <a:cubicBezTo>
                    <a:pt x="149" y="6211"/>
                    <a:pt x="223" y="6248"/>
                    <a:pt x="297" y="6248"/>
                  </a:cubicBezTo>
                  <a:lnTo>
                    <a:pt x="38043" y="6248"/>
                  </a:lnTo>
                  <a:cubicBezTo>
                    <a:pt x="38154" y="6248"/>
                    <a:pt x="38228" y="6211"/>
                    <a:pt x="38265" y="6174"/>
                  </a:cubicBezTo>
                  <a:cubicBezTo>
                    <a:pt x="38339" y="6100"/>
                    <a:pt x="38376" y="6026"/>
                    <a:pt x="38376" y="5952"/>
                  </a:cubicBezTo>
                  <a:lnTo>
                    <a:pt x="38376" y="296"/>
                  </a:lnTo>
                  <a:cubicBezTo>
                    <a:pt x="38376" y="222"/>
                    <a:pt x="38339" y="148"/>
                    <a:pt x="38265" y="111"/>
                  </a:cubicBezTo>
                  <a:cubicBezTo>
                    <a:pt x="38228" y="37"/>
                    <a:pt x="38154" y="0"/>
                    <a:pt x="38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7">
              <a:extLst>
                <a:ext uri="{FF2B5EF4-FFF2-40B4-BE49-F238E27FC236}">
                  <a16:creationId xmlns:a16="http://schemas.microsoft.com/office/drawing/2014/main" id="{88293F13-2B13-046C-E5A3-3CE9FFA859EC}"/>
                </a:ext>
              </a:extLst>
            </p:cNvPr>
            <p:cNvSpPr/>
            <p:nvPr/>
          </p:nvSpPr>
          <p:spPr>
            <a:xfrm>
              <a:off x="2942550" y="1191950"/>
              <a:ext cx="389150" cy="389150"/>
            </a:xfrm>
            <a:custGeom>
              <a:avLst/>
              <a:gdLst/>
              <a:ahLst/>
              <a:cxnLst/>
              <a:rect l="l" t="t" r="r" b="b"/>
              <a:pathLst>
                <a:path w="15566" h="15566" extrusionOk="0">
                  <a:moveTo>
                    <a:pt x="7801" y="1"/>
                  </a:moveTo>
                  <a:cubicBezTo>
                    <a:pt x="3476" y="1"/>
                    <a:pt x="1" y="3476"/>
                    <a:pt x="1" y="7765"/>
                  </a:cubicBezTo>
                  <a:cubicBezTo>
                    <a:pt x="1" y="12090"/>
                    <a:pt x="3476" y="15565"/>
                    <a:pt x="7801" y="15565"/>
                  </a:cubicBezTo>
                  <a:cubicBezTo>
                    <a:pt x="12090" y="15565"/>
                    <a:pt x="15565" y="12090"/>
                    <a:pt x="15565" y="7765"/>
                  </a:cubicBezTo>
                  <a:cubicBezTo>
                    <a:pt x="15565" y="3476"/>
                    <a:pt x="12090" y="1"/>
                    <a:pt x="78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7">
              <a:extLst>
                <a:ext uri="{FF2B5EF4-FFF2-40B4-BE49-F238E27FC236}">
                  <a16:creationId xmlns:a16="http://schemas.microsoft.com/office/drawing/2014/main" id="{CA92F737-4B3E-D364-D6CD-AFCCF24F093E}"/>
                </a:ext>
              </a:extLst>
            </p:cNvPr>
            <p:cNvSpPr/>
            <p:nvPr/>
          </p:nvSpPr>
          <p:spPr>
            <a:xfrm>
              <a:off x="2935150" y="1183650"/>
              <a:ext cx="404850" cy="404850"/>
            </a:xfrm>
            <a:custGeom>
              <a:avLst/>
              <a:gdLst/>
              <a:ahLst/>
              <a:cxnLst/>
              <a:rect l="l" t="t" r="r" b="b"/>
              <a:pathLst>
                <a:path w="16194" h="16194" extrusionOk="0">
                  <a:moveTo>
                    <a:pt x="8097" y="629"/>
                  </a:moveTo>
                  <a:cubicBezTo>
                    <a:pt x="10168" y="629"/>
                    <a:pt x="12016" y="1479"/>
                    <a:pt x="13384" y="2810"/>
                  </a:cubicBezTo>
                  <a:cubicBezTo>
                    <a:pt x="14715" y="4178"/>
                    <a:pt x="15565" y="6026"/>
                    <a:pt x="15565" y="8097"/>
                  </a:cubicBezTo>
                  <a:cubicBezTo>
                    <a:pt x="15565" y="10167"/>
                    <a:pt x="14715" y="12052"/>
                    <a:pt x="13384" y="13383"/>
                  </a:cubicBezTo>
                  <a:cubicBezTo>
                    <a:pt x="12016" y="14751"/>
                    <a:pt x="10168" y="15565"/>
                    <a:pt x="8097" y="15565"/>
                  </a:cubicBezTo>
                  <a:cubicBezTo>
                    <a:pt x="6027" y="15565"/>
                    <a:pt x="4142" y="14751"/>
                    <a:pt x="2811" y="13383"/>
                  </a:cubicBezTo>
                  <a:cubicBezTo>
                    <a:pt x="1443" y="12052"/>
                    <a:pt x="629" y="10167"/>
                    <a:pt x="629" y="8097"/>
                  </a:cubicBezTo>
                  <a:cubicBezTo>
                    <a:pt x="629" y="6026"/>
                    <a:pt x="1443" y="4178"/>
                    <a:pt x="2811" y="2810"/>
                  </a:cubicBezTo>
                  <a:cubicBezTo>
                    <a:pt x="4142" y="1479"/>
                    <a:pt x="6027" y="629"/>
                    <a:pt x="8097" y="629"/>
                  </a:cubicBezTo>
                  <a:close/>
                  <a:moveTo>
                    <a:pt x="8097" y="0"/>
                  </a:moveTo>
                  <a:cubicBezTo>
                    <a:pt x="3624" y="0"/>
                    <a:pt x="1" y="3623"/>
                    <a:pt x="1" y="8097"/>
                  </a:cubicBezTo>
                  <a:cubicBezTo>
                    <a:pt x="1" y="12570"/>
                    <a:pt x="3624" y="16193"/>
                    <a:pt x="8097" y="16193"/>
                  </a:cubicBezTo>
                  <a:cubicBezTo>
                    <a:pt x="12571" y="16193"/>
                    <a:pt x="16194" y="12570"/>
                    <a:pt x="16194" y="8097"/>
                  </a:cubicBezTo>
                  <a:cubicBezTo>
                    <a:pt x="16194" y="3623"/>
                    <a:pt x="12571" y="0"/>
                    <a:pt x="80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7">
              <a:extLst>
                <a:ext uri="{FF2B5EF4-FFF2-40B4-BE49-F238E27FC236}">
                  <a16:creationId xmlns:a16="http://schemas.microsoft.com/office/drawing/2014/main" id="{F61D5B5C-6042-7C19-68F7-576EBBA216BB}"/>
                </a:ext>
              </a:extLst>
            </p:cNvPr>
            <p:cNvSpPr/>
            <p:nvPr/>
          </p:nvSpPr>
          <p:spPr>
            <a:xfrm>
              <a:off x="3046075" y="1257575"/>
              <a:ext cx="228325" cy="263450"/>
            </a:xfrm>
            <a:custGeom>
              <a:avLst/>
              <a:gdLst/>
              <a:ahLst/>
              <a:cxnLst/>
              <a:rect l="l" t="t" r="r" b="b"/>
              <a:pathLst>
                <a:path w="9133" h="10538" extrusionOk="0">
                  <a:moveTo>
                    <a:pt x="0" y="1"/>
                  </a:moveTo>
                  <a:lnTo>
                    <a:pt x="0" y="10537"/>
                  </a:lnTo>
                  <a:lnTo>
                    <a:pt x="9132" y="528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7">
              <a:extLst>
                <a:ext uri="{FF2B5EF4-FFF2-40B4-BE49-F238E27FC236}">
                  <a16:creationId xmlns:a16="http://schemas.microsoft.com/office/drawing/2014/main" id="{88AD2234-8CF0-CEE4-FF25-70616EF7DB33}"/>
                </a:ext>
              </a:extLst>
            </p:cNvPr>
            <p:cNvSpPr/>
            <p:nvPr/>
          </p:nvSpPr>
          <p:spPr>
            <a:xfrm>
              <a:off x="3038675" y="1250425"/>
              <a:ext cx="243100" cy="278675"/>
            </a:xfrm>
            <a:custGeom>
              <a:avLst/>
              <a:gdLst/>
              <a:ahLst/>
              <a:cxnLst/>
              <a:rect l="l" t="t" r="r" b="b"/>
              <a:pathLst>
                <a:path w="9724" h="11147" extrusionOk="0">
                  <a:moveTo>
                    <a:pt x="592" y="838"/>
                  </a:moveTo>
                  <a:lnTo>
                    <a:pt x="8800" y="5574"/>
                  </a:lnTo>
                  <a:lnTo>
                    <a:pt x="592" y="10306"/>
                  </a:lnTo>
                  <a:lnTo>
                    <a:pt x="592" y="838"/>
                  </a:lnTo>
                  <a:close/>
                  <a:moveTo>
                    <a:pt x="310" y="0"/>
                  </a:moveTo>
                  <a:cubicBezTo>
                    <a:pt x="259" y="0"/>
                    <a:pt x="204" y="9"/>
                    <a:pt x="148" y="28"/>
                  </a:cubicBezTo>
                  <a:cubicBezTo>
                    <a:pt x="38" y="102"/>
                    <a:pt x="1" y="213"/>
                    <a:pt x="1" y="287"/>
                  </a:cubicBezTo>
                  <a:lnTo>
                    <a:pt x="1" y="10823"/>
                  </a:lnTo>
                  <a:cubicBezTo>
                    <a:pt x="1" y="10934"/>
                    <a:pt x="38" y="11045"/>
                    <a:pt x="148" y="11119"/>
                  </a:cubicBezTo>
                  <a:cubicBezTo>
                    <a:pt x="204" y="11138"/>
                    <a:pt x="259" y="11147"/>
                    <a:pt x="310" y="11147"/>
                  </a:cubicBezTo>
                  <a:cubicBezTo>
                    <a:pt x="361" y="11147"/>
                    <a:pt x="407" y="11138"/>
                    <a:pt x="444" y="11119"/>
                  </a:cubicBezTo>
                  <a:lnTo>
                    <a:pt x="9576" y="5832"/>
                  </a:lnTo>
                  <a:cubicBezTo>
                    <a:pt x="9687" y="5795"/>
                    <a:pt x="9724" y="5684"/>
                    <a:pt x="9724" y="5574"/>
                  </a:cubicBezTo>
                  <a:cubicBezTo>
                    <a:pt x="9724" y="5463"/>
                    <a:pt x="9687" y="5352"/>
                    <a:pt x="9576" y="5315"/>
                  </a:cubicBezTo>
                  <a:lnTo>
                    <a:pt x="444" y="28"/>
                  </a:lnTo>
                  <a:cubicBezTo>
                    <a:pt x="407" y="9"/>
                    <a:pt x="361" y="0"/>
                    <a:pt x="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38" name="Google Shape;2138;p37">
            <a:extLst>
              <a:ext uri="{FF2B5EF4-FFF2-40B4-BE49-F238E27FC236}">
                <a16:creationId xmlns:a16="http://schemas.microsoft.com/office/drawing/2014/main" id="{E0AE2F32-8C18-30FD-D0C1-7146462FE3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23896" y="324532"/>
            <a:ext cx="1696208" cy="5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/>
                </a:solidFill>
              </a:rPr>
              <a:t>Conclusion</a:t>
            </a:r>
            <a:endParaRPr dirty="0">
              <a:solidFill>
                <a:schemeClr val="bg2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D4F99D-0BF7-7084-45E7-DF777271367E}"/>
              </a:ext>
            </a:extLst>
          </p:cNvPr>
          <p:cNvSpPr txBox="1"/>
          <p:nvPr/>
        </p:nvSpPr>
        <p:spPr>
          <a:xfrm>
            <a:off x="449179" y="994611"/>
            <a:ext cx="6176211" cy="3602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Successfully built an IoT prototype using STM32, BME680, and SX126x LoRa HAT.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Collected and transmitted environmental data (temperature, humidity, pressure, gas) wirelessly via LoRa.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Developed a command-line interface (CLI) using UART for easy user interaction.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Implemented and tested key embedded protocols: I2C (for sensor), SPI (for LoRa), UART (for PC interface).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Solved hardware and software integration challenges as a team.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Gained hands-on experience in embedded programming, protocol debugging, and teamwork.</a:t>
            </a:r>
          </a:p>
          <a:p>
            <a:pPr marL="285750" indent="-285750" fontAlgn="ctr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IN" dirty="0">
                <a:latin typeface="Barlow Semi Condensed" panose="00000506000000000000" pitchFamily="2" charset="0"/>
              </a:rPr>
              <a:t>Created a functional and reliable foundation for future IoT or sensing applications.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IN" dirty="0">
              <a:latin typeface="Barlow Semi Condensed" panose="00000506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786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D7D3B-FEB0-935C-DD30-DF9B69543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675" y="2187461"/>
            <a:ext cx="2624649" cy="768577"/>
          </a:xfrm>
        </p:spPr>
        <p:txBody>
          <a:bodyPr/>
          <a:lstStyle/>
          <a:p>
            <a:r>
              <a:rPr lang="en-US" sz="4400" dirty="0"/>
              <a:t>THANK YOU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776810493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1285</TotalTime>
  <Words>1638</Words>
  <Application>Microsoft Office PowerPoint</Application>
  <PresentationFormat>On-screen Show (16:9)</PresentationFormat>
  <Paragraphs>197</Paragraphs>
  <Slides>25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Barlow Semi Condensed Medium</vt:lpstr>
      <vt:lpstr>Courier New</vt:lpstr>
      <vt:lpstr>Fjalla One</vt:lpstr>
      <vt:lpstr>Arial</vt:lpstr>
      <vt:lpstr>Barlow Semi Condensed</vt:lpstr>
      <vt:lpstr>Roboto Condensed Light</vt:lpstr>
      <vt:lpstr>Technology Consulting by Slidesgo</vt:lpstr>
      <vt:lpstr>IoT Prototype: Smart Sensing via LoRa.</vt:lpstr>
      <vt:lpstr>Introduction</vt:lpstr>
      <vt:lpstr>Key Features / Capabilities</vt:lpstr>
      <vt:lpstr>Team Organization: Roles &amp; Responsibilities &amp; Tools</vt:lpstr>
      <vt:lpstr>Components Description</vt:lpstr>
      <vt:lpstr>Hardware: Pin Configuration</vt:lpstr>
      <vt:lpstr>I2C Protocol – Design Approach</vt:lpstr>
      <vt:lpstr>SPI Protocol – Design Approach</vt:lpstr>
      <vt:lpstr>UART Protocol – Design Approach</vt:lpstr>
      <vt:lpstr>Comparison – I2C &amp; SPI Protocol</vt:lpstr>
      <vt:lpstr>Software Architecture</vt:lpstr>
      <vt:lpstr>Software Implementation</vt:lpstr>
      <vt:lpstr>Software Implementation</vt:lpstr>
      <vt:lpstr>Software – Flow Diagram</vt:lpstr>
      <vt:lpstr>Problems &amp; Fixes</vt:lpstr>
      <vt:lpstr>PuTTY Demo</vt:lpstr>
      <vt:lpstr>PuTTY Demo</vt:lpstr>
      <vt:lpstr>Requirements</vt:lpstr>
      <vt:lpstr>Implementation</vt:lpstr>
      <vt:lpstr>Traceability</vt:lpstr>
      <vt:lpstr> Future Work – Towards a Smart Agriculture Node</vt:lpstr>
      <vt:lpstr>Future Work – Smart Home Air Quality Node</vt:lpstr>
      <vt:lpstr>Experience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Ridham</dc:creator>
  <cp:lastModifiedBy>RIDHAM PANSARA</cp:lastModifiedBy>
  <cp:revision>2</cp:revision>
  <dcterms:modified xsi:type="dcterms:W3CDTF">2025-07-21T20:37:54Z</dcterms:modified>
</cp:coreProperties>
</file>