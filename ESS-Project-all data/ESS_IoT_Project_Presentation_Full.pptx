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IoT Prototype with Nucleo-G071RB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ESS Project Presentation Introduction</a:t>
            </a:r>
          </a:p>
          <a:p>
            <a:r>
              <a:t>Summer Semester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this project, we implement a Nucleo-G071RB-based IoT prototype capable of:</a:t>
            </a:r>
          </a:p>
          <a:p>
            <a:r>
              <a:t>- Collecting pressure, temperature, and humidity data using the BME680 sensor over I2C.</a:t>
            </a:r>
          </a:p>
          <a:p>
            <a:r>
              <a:t>- Communicating via the SX1262 LoRa HAT over SPI.</a:t>
            </a:r>
          </a:p>
          <a:p>
            <a:r>
              <a:t>- Receiving and executing UART commands from a PC terminal.</a:t>
            </a:r>
          </a:p>
          <a:p/>
          <a:p>
            <a:r>
              <a:t>The goal is to develop a functional, testable IoT system prototype demonstrating efficient embedded system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and Components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r>
              <a:t>- Nucleo-G071RB: Microcontroller board managing communication and sensor readings.</a:t>
            </a:r>
          </a:p>
          <a:p>
            <a:r>
              <a:t>- BME680: Sensor for temperature, humidity, and pressure (via I2C).</a:t>
            </a:r>
          </a:p>
          <a:p>
            <a:r>
              <a:t>- SX1262 LoRa HAT: LoRa communication module (via SPI).</a:t>
            </a:r>
          </a:p>
          <a:p>
            <a:r>
              <a:t>- USB-UART Adapter: PC communication for command execution.</a:t>
            </a:r>
          </a:p>
          <a:p/>
          <a:p>
            <a:r>
              <a:t>The system will collect environmental data and respond to commands in a modular, testable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connections are as follows:</a:t>
            </a:r>
          </a:p>
          <a:p>
            <a:r>
              <a:t>- Nucleo-G071RB ↔ BME680: I2C communication (SCL, SDA).</a:t>
            </a:r>
          </a:p>
          <a:p>
            <a:r>
              <a:t>- Nucleo-G071RB ↔ SX1262 LoRa HAT: SPI communication (MOSI, MISO, SCK, NSS).</a:t>
            </a:r>
          </a:p>
          <a:p>
            <a:r>
              <a:t>- Nucleo-G071RB ↔ PC: UART communication via USB-UART adapter.</a:t>
            </a:r>
          </a:p>
          <a:p/>
          <a:p>
            <a:r>
              <a:t>A clear block diagram will illustrate the component interactions during the demonstration.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&amp; Software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architecture ensures clear modularity:</a:t>
            </a:r>
          </a:p>
          <a:p>
            <a:r>
              <a:t>- **System Level:** Nucleo board manages sensor data collection and LoRa communication.</a:t>
            </a:r>
          </a:p>
          <a:p>
            <a:r>
              <a:t>- **Software Level:** Structured to handle UART commands, execute operations, and interact with peripherals.</a:t>
            </a:r>
          </a:p>
          <a:p>
            <a:r>
              <a:t>- Follows clear layers for hardware abstraction, data processing, and command handling.</a:t>
            </a:r>
          </a:p>
          <a:p/>
          <a:p>
            <a:r>
              <a:t>Traceability links requirements to implementation for testability and maintainability.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Traceability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Traceability ensures each requirement is mapped to implementation:</a:t>
            </a:r>
          </a:p>
          <a:p>
            <a:r>
              <a:t>- **System Requirements → Architecture Blocks**</a:t>
            </a:r>
          </a:p>
          <a:p>
            <a:r>
              <a:t>- **Software Requirements → Modules/Functions**</a:t>
            </a:r>
          </a:p>
          <a:p>
            <a:r>
              <a:t>- **Hardware Requirements → Connections &amp; Interfaces**</a:t>
            </a:r>
          </a:p>
          <a:p/>
          <a:p>
            <a:r>
              <a:t>This traceability allows clear testing, validation, and systematic debugging during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Connection Diagram</a:t>
            </a:r>
          </a:p>
        </p:txBody>
      </p:sp>
      <p:pic>
        <p:nvPicPr>
          <p:cNvPr id="3" name="Picture 2" descr="ESS_IoT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5332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