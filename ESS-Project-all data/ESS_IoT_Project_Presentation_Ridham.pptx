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IoT System with STM32, BME680, and LoRa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Exam Project Presentation</a:t>
            </a:r>
          </a:p>
          <a:p>
            <a:r>
              <a:t>By Ridham Pansara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Build an IoT prototype using STM32 NUCLEO-G071RB</a:t>
            </a:r>
          </a:p>
          <a:p>
            <a:r>
              <a:t>Collect sensor data (temperature, pressure, humidity) via BME680</a:t>
            </a:r>
          </a:p>
          <a:p>
            <a:r>
              <a:t>Transmit data or respond to commands via UART and LoRa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STM32 NUCLEO-G071RB Board</a:t>
            </a:r>
          </a:p>
          <a:p>
            <a:r>
              <a:t>BME680 Sensor (I2C)</a:t>
            </a:r>
          </a:p>
          <a:p>
            <a:r>
              <a:t>SX1262 LoRa Module (SPI)</a:t>
            </a:r>
          </a:p>
          <a:p>
            <a:r>
              <a:t>USB-UART for PC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UART command parser for terminal input</a:t>
            </a:r>
          </a:p>
          <a:p>
            <a:r>
              <a:t>Drivers for BME680 and LoRa module</a:t>
            </a:r>
          </a:p>
          <a:p>
            <a:r>
              <a:t>Command-to-function mapping with dummy logic</a:t>
            </a:r>
          </a:p>
          <a:p>
            <a:r>
              <a:t>Help menu, sensor reading, and simple math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See system architecture diagram (shown in report)</a:t>
            </a:r>
          </a:p>
          <a:p>
            <a:r>
              <a:t>Illustrates connections: PC ↔ STM32 ↔ Sensor/LoRa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Requirements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Defined functional and non-functional requirements</a:t>
            </a:r>
          </a:p>
          <a:p>
            <a:r>
              <a:t>Created traceability matrix from requirements to implementation</a:t>
            </a:r>
          </a:p>
          <a:p>
            <a:r>
              <a:t>Ensures testability and completeness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UART Demo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`start` – Show help menu</a:t>
            </a:r>
          </a:p>
          <a:p>
            <a:r>
              <a:t>`read temp / humidity / pressure` – Get sensor values</a:t>
            </a:r>
          </a:p>
          <a:p>
            <a:r>
              <a:t>`sum x y` – Perform simple addition</a:t>
            </a:r>
          </a:p>
          <a:p>
            <a:r>
              <a:t>`lora send &lt;msg&gt;` – Simulate LoRa data sending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Teamwork and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Individual contributor: Ridham Pansara</a:t>
            </a:r>
          </a:p>
          <a:p>
            <a:r>
              <a:t>Maintained task list, documented steps</a:t>
            </a:r>
          </a:p>
          <a:p>
            <a:r>
              <a:t>Used structured approach and clean modular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Learned STM32 development with STM32CubeIDE</a:t>
            </a:r>
          </a:p>
          <a:p>
            <a:r>
              <a:t>Understood UART, I2C, SPI integration</a:t>
            </a:r>
          </a:p>
          <a:p>
            <a:r>
              <a:t>Built command-driven interface from scratch</a:t>
            </a:r>
          </a:p>
          <a:p>
            <a:r>
              <a:t>Prepared for real hardware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Integrate real BME680 sensor and read values</a:t>
            </a:r>
          </a:p>
          <a:p>
            <a:r>
              <a:t>Enable true LoRa transmission and reception</a:t>
            </a:r>
          </a:p>
          <a:p>
            <a:r>
              <a:t>Add support for power-saving and error-handling</a:t>
            </a:r>
          </a:p>
          <a:p>
            <a:r>
              <a:t>Deploy multiple nodes for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Designed an embedded IoT prototype with modular code</a:t>
            </a:r>
          </a:p>
          <a:p>
            <a:r>
              <a:t>Built UART command interface for flexible testing</a:t>
            </a:r>
          </a:p>
          <a:p>
            <a:r>
              <a:t>Documented architecture and requirements clearly</a:t>
            </a:r>
          </a:p>
          <a:p>
            <a:r>
              <a:t>Ready to integrate hardware and demonstrate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IoT System with STM32, BME680, and LoRa</vt:lpstr>
      <vt:lpstr>1. Introduction</vt:lpstr>
      <vt:lpstr>2. Hardware Components</vt:lpstr>
      <vt:lpstr>3. Software Architecture</vt:lpstr>
      <vt:lpstr>4. System Diagram</vt:lpstr>
      <vt:lpstr>5. Requirements &amp; Traceability</vt:lpstr>
      <vt:lpstr>6. UART Demo Commands</vt:lpstr>
      <vt:lpstr>7. Teamwork and Project Management</vt:lpstr>
      <vt:lpstr>8. Challenges &amp; Learnings</vt:lpstr>
      <vt:lpstr>9. Future Work</vt:lpstr>
      <vt:lpstr>10.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Ridham</dc:creator>
  <cp:keywords/>
  <dc:description>generated using python-pptx</dc:description>
  <cp:lastModifiedBy>RIDHAM PANSARA</cp:lastModifiedBy>
  <cp:revision>1</cp:revision>
  <dcterms:created xsi:type="dcterms:W3CDTF">2013-01-27T09:14:16Z</dcterms:created>
  <dcterms:modified xsi:type="dcterms:W3CDTF">2025-07-06T02:59:59Z</dcterms:modified>
  <cp:category/>
</cp:coreProperties>
</file>