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IoT Prototype with Nucleo-G071RB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ESS Project Presentation Introduction</a:t>
            </a:r>
          </a:p>
          <a:p>
            <a:r>
              <a:t>Summer Semester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this project, we implement a Nucleo-G071RB-based IoT prototype capable of:</a:t>
            </a:r>
          </a:p>
          <a:p>
            <a:r>
              <a:t>- Collecting pressure, temperature, and humidity data using the BME680 sensor over I2C.</a:t>
            </a:r>
          </a:p>
          <a:p>
            <a:r>
              <a:t>- Communicating via the SX1262 LoRa HAT over SPI.</a:t>
            </a:r>
          </a:p>
          <a:p>
            <a:r>
              <a:t>- Receiving and executing UART commands from a PC terminal.</a:t>
            </a:r>
          </a:p>
          <a:p/>
          <a:p>
            <a:r>
              <a:t>The goal is to develop a functional, testable IoT system prototype demonstrating efficient embedded system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and Components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r>
              <a:t>- Nucleo-G071RB: Microcontroller board managing communication and sensor readings.</a:t>
            </a:r>
          </a:p>
          <a:p>
            <a:r>
              <a:t>- BME680: Sensor for temperature, humidity, and pressure (via I2C).</a:t>
            </a:r>
          </a:p>
          <a:p>
            <a:r>
              <a:t>- SX1262 LoRa HAT: LoRa communication module (via SPI).</a:t>
            </a:r>
          </a:p>
          <a:p>
            <a:r>
              <a:t>- USB-UART Adapter: PC communication for command execution.</a:t>
            </a:r>
          </a:p>
          <a:p/>
          <a:p>
            <a:r>
              <a:t>The system will collect environmental data and respond to commands in a modular, testable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Components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connections are as follows:</a:t>
            </a:r>
          </a:p>
          <a:p>
            <a:r>
              <a:t>- Nucleo-G071RB ↔ BME680: I2C communication (SCL, SDA).</a:t>
            </a:r>
          </a:p>
          <a:p>
            <a:r>
              <a:t>- Nucleo-G071RB ↔ SX1262 LoRa HAT: SPI communication (MOSI, MISO, SCK, NSS).</a:t>
            </a:r>
          </a:p>
          <a:p>
            <a:r>
              <a:t>- Nucleo-G071RB ↔ PC: UART communication via USB-UART adapter.</a:t>
            </a:r>
          </a:p>
          <a:p/>
          <a:p>
            <a:r>
              <a:t>A clear block diagram will illustrate the component interactions during the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